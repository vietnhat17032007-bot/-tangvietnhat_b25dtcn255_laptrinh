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5BBDE0-FC20-1FA2-5D70-AA947253D2AC}" v="278" dt="2025-12-08T11:01:30.499"/>
    <p1510:client id="{E7D523FF-DB03-CFF7-96EB-C7B4D3C9ACCF}" v="130" dt="2025-12-08T01:48:50.9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hi Khanh Huyen D25CN09" userId="S::huyenntk.b25dtcn247@stu.ptit.edu.vn::2ac86dda-d22a-4179-9445-af9c6edc7ed9" providerId="AD" clId="Web-{945BBDE0-FC20-1FA2-5D70-AA947253D2AC}"/>
    <pc:docChg chg="addSld delSld modSld">
      <pc:chgData name="Nguyen Thi Khanh Huyen D25CN09" userId="S::huyenntk.b25dtcn247@stu.ptit.edu.vn::2ac86dda-d22a-4179-9445-af9c6edc7ed9" providerId="AD" clId="Web-{945BBDE0-FC20-1FA2-5D70-AA947253D2AC}" dt="2025-12-08T11:01:29.499" v="297" actId="20577"/>
      <pc:docMkLst>
        <pc:docMk/>
      </pc:docMkLst>
      <pc:sldChg chg="addSp delSp modSp del">
        <pc:chgData name="Nguyen Thi Khanh Huyen D25CN09" userId="S::huyenntk.b25dtcn247@stu.ptit.edu.vn::2ac86dda-d22a-4179-9445-af9c6edc7ed9" providerId="AD" clId="Web-{945BBDE0-FC20-1FA2-5D70-AA947253D2AC}" dt="2025-12-08T10:51:23.678" v="133"/>
        <pc:sldMkLst>
          <pc:docMk/>
          <pc:sldMk cId="109857222" sldId="256"/>
        </pc:sldMkLst>
        <pc:spChg chg="del">
          <ac:chgData name="Nguyen Thi Khanh Huyen D25CN09" userId="S::huyenntk.b25dtcn247@stu.ptit.edu.vn::2ac86dda-d22a-4179-9445-af9c6edc7ed9" providerId="AD" clId="Web-{945BBDE0-FC20-1FA2-5D70-AA947253D2AC}" dt="2025-12-08T10:51:09.974" v="131"/>
          <ac:spMkLst>
            <pc:docMk/>
            <pc:sldMk cId="109857222" sldId="256"/>
            <ac:spMk id="2" creationId="{00000000-0000-0000-0000-000000000000}"/>
          </ac:spMkLst>
        </pc:spChg>
        <pc:spChg chg="mod">
          <ac:chgData name="Nguyen Thi Khanh Huyen D25CN09" userId="S::huyenntk.b25dtcn247@stu.ptit.edu.vn::2ac86dda-d22a-4179-9445-af9c6edc7ed9" providerId="AD" clId="Web-{945BBDE0-FC20-1FA2-5D70-AA947253D2AC}" dt="2025-12-08T10:31:53.861" v="12" actId="20577"/>
          <ac:spMkLst>
            <pc:docMk/>
            <pc:sldMk cId="109857222" sldId="256"/>
            <ac:spMk id="3" creationId="{00000000-0000-0000-0000-000000000000}"/>
          </ac:spMkLst>
        </pc:spChg>
        <pc:spChg chg="add mod">
          <ac:chgData name="Nguyen Thi Khanh Huyen D25CN09" userId="S::huyenntk.b25dtcn247@stu.ptit.edu.vn::2ac86dda-d22a-4179-9445-af9c6edc7ed9" providerId="AD" clId="Web-{945BBDE0-FC20-1FA2-5D70-AA947253D2AC}" dt="2025-12-08T10:51:09.974" v="131"/>
          <ac:spMkLst>
            <pc:docMk/>
            <pc:sldMk cId="109857222" sldId="256"/>
            <ac:spMk id="6" creationId="{DE1C54A5-6DE8-43C0-E1DC-7374BB513FA2}"/>
          </ac:spMkLst>
        </pc:spChg>
        <pc:spChg chg="del">
          <ac:chgData name="Nguyen Thi Khanh Huyen D25CN09" userId="S::huyenntk.b25dtcn247@stu.ptit.edu.vn::2ac86dda-d22a-4179-9445-af9c6edc7ed9" providerId="AD" clId="Web-{945BBDE0-FC20-1FA2-5D70-AA947253D2AC}" dt="2025-12-08T10:50:55.864" v="129"/>
          <ac:spMkLst>
            <pc:docMk/>
            <pc:sldMk cId="109857222" sldId="256"/>
            <ac:spMk id="9" creationId="{5964CBE2-084A-47DF-A704-CF5F6217B569}"/>
          </ac:spMkLst>
        </pc:spChg>
        <pc:picChg chg="del">
          <ac:chgData name="Nguyen Thi Khanh Huyen D25CN09" userId="S::huyenntk.b25dtcn247@stu.ptit.edu.vn::2ac86dda-d22a-4179-9445-af9c6edc7ed9" providerId="AD" clId="Web-{945BBDE0-FC20-1FA2-5D70-AA947253D2AC}" dt="2025-12-08T10:50:59.427" v="130"/>
          <ac:picMkLst>
            <pc:docMk/>
            <pc:sldMk cId="109857222" sldId="256"/>
            <ac:picMk id="4" creationId="{C0B190C4-2B73-D266-8C45-1C586F01C60C}"/>
          </ac:picMkLst>
        </pc:picChg>
      </pc:sldChg>
      <pc:sldChg chg="modSp">
        <pc:chgData name="Nguyen Thi Khanh Huyen D25CN09" userId="S::huyenntk.b25dtcn247@stu.ptit.edu.vn::2ac86dda-d22a-4179-9445-af9c6edc7ed9" providerId="AD" clId="Web-{945BBDE0-FC20-1FA2-5D70-AA947253D2AC}" dt="2025-12-08T10:35:11.227" v="21" actId="20577"/>
        <pc:sldMkLst>
          <pc:docMk/>
          <pc:sldMk cId="1401533366" sldId="258"/>
        </pc:sldMkLst>
        <pc:spChg chg="mod">
          <ac:chgData name="Nguyen Thi Khanh Huyen D25CN09" userId="S::huyenntk.b25dtcn247@stu.ptit.edu.vn::2ac86dda-d22a-4179-9445-af9c6edc7ed9" providerId="AD" clId="Web-{945BBDE0-FC20-1FA2-5D70-AA947253D2AC}" dt="2025-12-08T10:35:11.227" v="21" actId="20577"/>
          <ac:spMkLst>
            <pc:docMk/>
            <pc:sldMk cId="1401533366" sldId="258"/>
            <ac:spMk id="2" creationId="{5449EAEB-26D8-0D5E-A74D-6745C379B115}"/>
          </ac:spMkLst>
        </pc:spChg>
      </pc:sldChg>
      <pc:sldChg chg="addSp delSp modSp mod setBg">
        <pc:chgData name="Nguyen Thi Khanh Huyen D25CN09" userId="S::huyenntk.b25dtcn247@stu.ptit.edu.vn::2ac86dda-d22a-4179-9445-af9c6edc7ed9" providerId="AD" clId="Web-{945BBDE0-FC20-1FA2-5D70-AA947253D2AC}" dt="2025-12-08T10:40:11.732" v="42" actId="20577"/>
        <pc:sldMkLst>
          <pc:docMk/>
          <pc:sldMk cId="1876230414" sldId="264"/>
        </pc:sldMkLst>
        <pc:spChg chg="mod">
          <ac:chgData name="Nguyen Thi Khanh Huyen D25CN09" userId="S::huyenntk.b25dtcn247@stu.ptit.edu.vn::2ac86dda-d22a-4179-9445-af9c6edc7ed9" providerId="AD" clId="Web-{945BBDE0-FC20-1FA2-5D70-AA947253D2AC}" dt="2025-12-08T10:39:17.966" v="38"/>
          <ac:spMkLst>
            <pc:docMk/>
            <pc:sldMk cId="1876230414" sldId="264"/>
            <ac:spMk id="2" creationId="{4DAF5200-9551-6C8F-ED57-D75F8975A3DB}"/>
          </ac:spMkLst>
        </pc:spChg>
        <pc:spChg chg="mod">
          <ac:chgData name="Nguyen Thi Khanh Huyen D25CN09" userId="S::huyenntk.b25dtcn247@stu.ptit.edu.vn::2ac86dda-d22a-4179-9445-af9c6edc7ed9" providerId="AD" clId="Web-{945BBDE0-FC20-1FA2-5D70-AA947253D2AC}" dt="2025-12-08T10:40:11.732" v="42" actId="20577"/>
          <ac:spMkLst>
            <pc:docMk/>
            <pc:sldMk cId="1876230414" sldId="264"/>
            <ac:spMk id="3" creationId="{B946C3E4-446F-F90D-C2E5-F10E897AC4A8}"/>
          </ac:spMkLst>
        </pc:spChg>
        <pc:spChg chg="add del">
          <ac:chgData name="Nguyen Thi Khanh Huyen D25CN09" userId="S::huyenntk.b25dtcn247@stu.ptit.edu.vn::2ac86dda-d22a-4179-9445-af9c6edc7ed9" providerId="AD" clId="Web-{945BBDE0-FC20-1FA2-5D70-AA947253D2AC}" dt="2025-12-08T10:39:06.435" v="31"/>
          <ac:spMkLst>
            <pc:docMk/>
            <pc:sldMk cId="1876230414" sldId="264"/>
            <ac:spMk id="9" creationId="{47942995-B07F-4636-9A06-C6A104B260A8}"/>
          </ac:spMkLst>
        </pc:spChg>
        <pc:spChg chg="add del">
          <ac:chgData name="Nguyen Thi Khanh Huyen D25CN09" userId="S::huyenntk.b25dtcn247@stu.ptit.edu.vn::2ac86dda-d22a-4179-9445-af9c6edc7ed9" providerId="AD" clId="Web-{945BBDE0-FC20-1FA2-5D70-AA947253D2AC}" dt="2025-12-08T10:39:12.591" v="33"/>
          <ac:spMkLst>
            <pc:docMk/>
            <pc:sldMk cId="1876230414" sldId="264"/>
            <ac:spMk id="15" creationId="{3873B707-463F-40B0-8227-E8CC6C67EB25}"/>
          </ac:spMkLst>
        </pc:spChg>
        <pc:spChg chg="add del">
          <ac:chgData name="Nguyen Thi Khanh Huyen D25CN09" userId="S::huyenntk.b25dtcn247@stu.ptit.edu.vn::2ac86dda-d22a-4179-9445-af9c6edc7ed9" providerId="AD" clId="Web-{945BBDE0-FC20-1FA2-5D70-AA947253D2AC}" dt="2025-12-08T10:39:06.435" v="31"/>
          <ac:spMkLst>
            <pc:docMk/>
            <pc:sldMk cId="1876230414" sldId="264"/>
            <ac:spMk id="16" creationId="{B81933D1-5615-42C7-9C0B-4EB7105CCE2D}"/>
          </ac:spMkLst>
        </pc:spChg>
        <pc:spChg chg="add del">
          <ac:chgData name="Nguyen Thi Khanh Huyen D25CN09" userId="S::huyenntk.b25dtcn247@stu.ptit.edu.vn::2ac86dda-d22a-4179-9445-af9c6edc7ed9" providerId="AD" clId="Web-{945BBDE0-FC20-1FA2-5D70-AA947253D2AC}" dt="2025-12-08T10:39:12.591" v="33"/>
          <ac:spMkLst>
            <pc:docMk/>
            <pc:sldMk cId="1876230414" sldId="264"/>
            <ac:spMk id="17" creationId="{C13237C8-E62C-4F0D-A318-BD6FB6C2D138}"/>
          </ac:spMkLst>
        </pc:spChg>
        <pc:spChg chg="add del">
          <ac:chgData name="Nguyen Thi Khanh Huyen D25CN09" userId="S::huyenntk.b25dtcn247@stu.ptit.edu.vn::2ac86dda-d22a-4179-9445-af9c6edc7ed9" providerId="AD" clId="Web-{945BBDE0-FC20-1FA2-5D70-AA947253D2AC}" dt="2025-12-08T10:39:06.435" v="31"/>
          <ac:spMkLst>
            <pc:docMk/>
            <pc:sldMk cId="1876230414" sldId="264"/>
            <ac:spMk id="18" creationId="{19C9EAEA-39D0-4B0E-A0EB-51E7B26740B1}"/>
          </ac:spMkLst>
        </pc:spChg>
        <pc:spChg chg="add del">
          <ac:chgData name="Nguyen Thi Khanh Huyen D25CN09" userId="S::huyenntk.b25dtcn247@stu.ptit.edu.vn::2ac86dda-d22a-4179-9445-af9c6edc7ed9" providerId="AD" clId="Web-{945BBDE0-FC20-1FA2-5D70-AA947253D2AC}" dt="2025-12-08T10:39:12.591" v="33"/>
          <ac:spMkLst>
            <pc:docMk/>
            <pc:sldMk cId="1876230414" sldId="264"/>
            <ac:spMk id="19" creationId="{19C9EAEA-39D0-4B0E-A0EB-51E7B26740B1}"/>
          </ac:spMkLst>
        </pc:spChg>
        <pc:spChg chg="add del">
          <ac:chgData name="Nguyen Thi Khanh Huyen D25CN09" userId="S::huyenntk.b25dtcn247@stu.ptit.edu.vn::2ac86dda-d22a-4179-9445-af9c6edc7ed9" providerId="AD" clId="Web-{945BBDE0-FC20-1FA2-5D70-AA947253D2AC}" dt="2025-12-08T10:39:12.591" v="33"/>
          <ac:spMkLst>
            <pc:docMk/>
            <pc:sldMk cId="1876230414" sldId="264"/>
            <ac:spMk id="20" creationId="{201CC55D-ED54-4C5C-95E6-10947BD1103B}"/>
          </ac:spMkLst>
        </pc:spChg>
        <pc:spChg chg="add del">
          <ac:chgData name="Nguyen Thi Khanh Huyen D25CN09" userId="S::huyenntk.b25dtcn247@stu.ptit.edu.vn::2ac86dda-d22a-4179-9445-af9c6edc7ed9" providerId="AD" clId="Web-{945BBDE0-FC20-1FA2-5D70-AA947253D2AC}" dt="2025-12-08T10:39:15.341" v="35"/>
          <ac:spMkLst>
            <pc:docMk/>
            <pc:sldMk cId="1876230414" sldId="264"/>
            <ac:spMk id="23" creationId="{91DC6ABD-215C-4EA8-A483-CEF5B99AB385}"/>
          </ac:spMkLst>
        </pc:spChg>
        <pc:spChg chg="add del">
          <ac:chgData name="Nguyen Thi Khanh Huyen D25CN09" userId="S::huyenntk.b25dtcn247@stu.ptit.edu.vn::2ac86dda-d22a-4179-9445-af9c6edc7ed9" providerId="AD" clId="Web-{945BBDE0-FC20-1FA2-5D70-AA947253D2AC}" dt="2025-12-08T10:39:15.341" v="35"/>
          <ac:spMkLst>
            <pc:docMk/>
            <pc:sldMk cId="1876230414" sldId="264"/>
            <ac:spMk id="25" creationId="{04357C93-F0CB-4A1C-8F77-4E9063789819}"/>
          </ac:spMkLst>
        </pc:spChg>
        <pc:spChg chg="add del">
          <ac:chgData name="Nguyen Thi Khanh Huyen D25CN09" userId="S::huyenntk.b25dtcn247@stu.ptit.edu.vn::2ac86dda-d22a-4179-9445-af9c6edc7ed9" providerId="AD" clId="Web-{945BBDE0-FC20-1FA2-5D70-AA947253D2AC}" dt="2025-12-08T10:39:17.966" v="37"/>
          <ac:spMkLst>
            <pc:docMk/>
            <pc:sldMk cId="1876230414" sldId="264"/>
            <ac:spMk id="27" creationId="{9B7AD9F6-8CE7-4299-8FC6-328F4DCD3FF9}"/>
          </ac:spMkLst>
        </pc:spChg>
        <pc:spChg chg="add del">
          <ac:chgData name="Nguyen Thi Khanh Huyen D25CN09" userId="S::huyenntk.b25dtcn247@stu.ptit.edu.vn::2ac86dda-d22a-4179-9445-af9c6edc7ed9" providerId="AD" clId="Web-{945BBDE0-FC20-1FA2-5D70-AA947253D2AC}" dt="2025-12-08T10:39:17.966" v="37"/>
          <ac:spMkLst>
            <pc:docMk/>
            <pc:sldMk cId="1876230414" sldId="264"/>
            <ac:spMk id="28" creationId="{3F9B0603-37C5-4312-AE4D-A3D015475403}"/>
          </ac:spMkLst>
        </pc:spChg>
        <pc:spChg chg="add">
          <ac:chgData name="Nguyen Thi Khanh Huyen D25CN09" userId="S::huyenntk.b25dtcn247@stu.ptit.edu.vn::2ac86dda-d22a-4179-9445-af9c6edc7ed9" providerId="AD" clId="Web-{945BBDE0-FC20-1FA2-5D70-AA947253D2AC}" dt="2025-12-08T10:39:17.966" v="38"/>
          <ac:spMkLst>
            <pc:docMk/>
            <pc:sldMk cId="1876230414" sldId="264"/>
            <ac:spMk id="30" creationId="{201CC55D-ED54-4C5C-95E6-10947BD1103B}"/>
          </ac:spMkLst>
        </pc:spChg>
        <pc:spChg chg="add">
          <ac:chgData name="Nguyen Thi Khanh Huyen D25CN09" userId="S::huyenntk.b25dtcn247@stu.ptit.edu.vn::2ac86dda-d22a-4179-9445-af9c6edc7ed9" providerId="AD" clId="Web-{945BBDE0-FC20-1FA2-5D70-AA947253D2AC}" dt="2025-12-08T10:39:17.966" v="38"/>
          <ac:spMkLst>
            <pc:docMk/>
            <pc:sldMk cId="1876230414" sldId="264"/>
            <ac:spMk id="32" creationId="{3873B707-463F-40B0-8227-E8CC6C67EB25}"/>
          </ac:spMkLst>
        </pc:spChg>
        <pc:spChg chg="add">
          <ac:chgData name="Nguyen Thi Khanh Huyen D25CN09" userId="S::huyenntk.b25dtcn247@stu.ptit.edu.vn::2ac86dda-d22a-4179-9445-af9c6edc7ed9" providerId="AD" clId="Web-{945BBDE0-FC20-1FA2-5D70-AA947253D2AC}" dt="2025-12-08T10:39:17.966" v="38"/>
          <ac:spMkLst>
            <pc:docMk/>
            <pc:sldMk cId="1876230414" sldId="264"/>
            <ac:spMk id="33" creationId="{C13237C8-E62C-4F0D-A318-BD6FB6C2D138}"/>
          </ac:spMkLst>
        </pc:spChg>
        <pc:spChg chg="add">
          <ac:chgData name="Nguyen Thi Khanh Huyen D25CN09" userId="S::huyenntk.b25dtcn247@stu.ptit.edu.vn::2ac86dda-d22a-4179-9445-af9c6edc7ed9" providerId="AD" clId="Web-{945BBDE0-FC20-1FA2-5D70-AA947253D2AC}" dt="2025-12-08T10:39:17.966" v="38"/>
          <ac:spMkLst>
            <pc:docMk/>
            <pc:sldMk cId="1876230414" sldId="264"/>
            <ac:spMk id="34" creationId="{19C9EAEA-39D0-4B0E-A0EB-51E7B26740B1}"/>
          </ac:spMkLst>
        </pc:spChg>
        <pc:grpChg chg="add del">
          <ac:chgData name="Nguyen Thi Khanh Huyen D25CN09" userId="S::huyenntk.b25dtcn247@stu.ptit.edu.vn::2ac86dda-d22a-4179-9445-af9c6edc7ed9" providerId="AD" clId="Web-{945BBDE0-FC20-1FA2-5D70-AA947253D2AC}" dt="2025-12-08T10:39:06.435" v="31"/>
          <ac:grpSpMkLst>
            <pc:docMk/>
            <pc:sldMk cId="1876230414" sldId="264"/>
            <ac:grpSpMk id="11" creationId="{032D8612-31EB-44CF-A1D0-14FD4C705424}"/>
          </ac:grpSpMkLst>
        </pc:grpChg>
        <pc:grpChg chg="add del">
          <ac:chgData name="Nguyen Thi Khanh Huyen D25CN09" userId="S::huyenntk.b25dtcn247@stu.ptit.edu.vn::2ac86dda-d22a-4179-9445-af9c6edc7ed9" providerId="AD" clId="Web-{945BBDE0-FC20-1FA2-5D70-AA947253D2AC}" dt="2025-12-08T10:39:12.591" v="33"/>
          <ac:grpSpMkLst>
            <pc:docMk/>
            <pc:sldMk cId="1876230414" sldId="264"/>
            <ac:grpSpMk id="21" creationId="{1DE889C7-FAD6-4397-98E2-05D503484459}"/>
          </ac:grpSpMkLst>
        </pc:grpChg>
        <pc:grpChg chg="add del">
          <ac:chgData name="Nguyen Thi Khanh Huyen D25CN09" userId="S::huyenntk.b25dtcn247@stu.ptit.edu.vn::2ac86dda-d22a-4179-9445-af9c6edc7ed9" providerId="AD" clId="Web-{945BBDE0-FC20-1FA2-5D70-AA947253D2AC}" dt="2025-12-08T10:39:15.341" v="35"/>
          <ac:grpSpMkLst>
            <pc:docMk/>
            <pc:sldMk cId="1876230414" sldId="264"/>
            <ac:grpSpMk id="24" creationId="{3AF6A671-C637-4547-85F4-51B6D1881399}"/>
          </ac:grpSpMkLst>
        </pc:grpChg>
        <pc:grpChg chg="add">
          <ac:chgData name="Nguyen Thi Khanh Huyen D25CN09" userId="S::huyenntk.b25dtcn247@stu.ptit.edu.vn::2ac86dda-d22a-4179-9445-af9c6edc7ed9" providerId="AD" clId="Web-{945BBDE0-FC20-1FA2-5D70-AA947253D2AC}" dt="2025-12-08T10:39:17.966" v="38"/>
          <ac:grpSpMkLst>
            <pc:docMk/>
            <pc:sldMk cId="1876230414" sldId="264"/>
            <ac:grpSpMk id="31" creationId="{1DE889C7-FAD6-4397-98E2-05D503484459}"/>
          </ac:grpSpMkLst>
        </pc:grpChg>
        <pc:picChg chg="add mod">
          <ac:chgData name="Nguyen Thi Khanh Huyen D25CN09" userId="S::huyenntk.b25dtcn247@stu.ptit.edu.vn::2ac86dda-d22a-4179-9445-af9c6edc7ed9" providerId="AD" clId="Web-{945BBDE0-FC20-1FA2-5D70-AA947253D2AC}" dt="2025-12-08T10:39:17.966" v="38"/>
          <ac:picMkLst>
            <pc:docMk/>
            <pc:sldMk cId="1876230414" sldId="264"/>
            <ac:picMk id="4" creationId="{1A5FFC77-EB4F-F934-97F8-39389A656C51}"/>
          </ac:picMkLst>
        </pc:picChg>
      </pc:sldChg>
      <pc:sldChg chg="addSp modSp mod setBg">
        <pc:chgData name="Nguyen Thi Khanh Huyen D25CN09" userId="S::huyenntk.b25dtcn247@stu.ptit.edu.vn::2ac86dda-d22a-4179-9445-af9c6edc7ed9" providerId="AD" clId="Web-{945BBDE0-FC20-1FA2-5D70-AA947253D2AC}" dt="2025-12-08T10:41:36.686" v="50" actId="20577"/>
        <pc:sldMkLst>
          <pc:docMk/>
          <pc:sldMk cId="2127112523" sldId="265"/>
        </pc:sldMkLst>
        <pc:spChg chg="mod">
          <ac:chgData name="Nguyen Thi Khanh Huyen D25CN09" userId="S::huyenntk.b25dtcn247@stu.ptit.edu.vn::2ac86dda-d22a-4179-9445-af9c6edc7ed9" providerId="AD" clId="Web-{945BBDE0-FC20-1FA2-5D70-AA947253D2AC}" dt="2025-12-08T10:41:36.686" v="50" actId="20577"/>
          <ac:spMkLst>
            <pc:docMk/>
            <pc:sldMk cId="2127112523" sldId="265"/>
            <ac:spMk id="2" creationId="{1A26F867-DAA4-6A6B-9A54-A8A0E2CB8ABA}"/>
          </ac:spMkLst>
        </pc:spChg>
        <pc:spChg chg="mod">
          <ac:chgData name="Nguyen Thi Khanh Huyen D25CN09" userId="S::huyenntk.b25dtcn247@stu.ptit.edu.vn::2ac86dda-d22a-4179-9445-af9c6edc7ed9" providerId="AD" clId="Web-{945BBDE0-FC20-1FA2-5D70-AA947253D2AC}" dt="2025-12-08T10:41:29.733" v="48"/>
          <ac:spMkLst>
            <pc:docMk/>
            <pc:sldMk cId="2127112523" sldId="265"/>
            <ac:spMk id="3" creationId="{4A5779CD-9D61-457E-7596-AC26F64A893B}"/>
          </ac:spMkLst>
        </pc:spChg>
        <pc:spChg chg="add">
          <ac:chgData name="Nguyen Thi Khanh Huyen D25CN09" userId="S::huyenntk.b25dtcn247@stu.ptit.edu.vn::2ac86dda-d22a-4179-9445-af9c6edc7ed9" providerId="AD" clId="Web-{945BBDE0-FC20-1FA2-5D70-AA947253D2AC}" dt="2025-12-08T10:41:29.733" v="48"/>
          <ac:spMkLst>
            <pc:docMk/>
            <pc:sldMk cId="2127112523" sldId="265"/>
            <ac:spMk id="9" creationId="{058A14AF-9FB5-4CC7-BA35-E8E85D3EDF0E}"/>
          </ac:spMkLst>
        </pc:spChg>
        <pc:spChg chg="add">
          <ac:chgData name="Nguyen Thi Khanh Huyen D25CN09" userId="S::huyenntk.b25dtcn247@stu.ptit.edu.vn::2ac86dda-d22a-4179-9445-af9c6edc7ed9" providerId="AD" clId="Web-{945BBDE0-FC20-1FA2-5D70-AA947253D2AC}" dt="2025-12-08T10:41:29.733" v="48"/>
          <ac:spMkLst>
            <pc:docMk/>
            <pc:sldMk cId="2127112523" sldId="265"/>
            <ac:spMk id="11" creationId="{3A9A4357-BD1D-4622-A4FE-766E6AB8DE84}"/>
          </ac:spMkLst>
        </pc:spChg>
        <pc:spChg chg="add">
          <ac:chgData name="Nguyen Thi Khanh Huyen D25CN09" userId="S::huyenntk.b25dtcn247@stu.ptit.edu.vn::2ac86dda-d22a-4179-9445-af9c6edc7ed9" providerId="AD" clId="Web-{945BBDE0-FC20-1FA2-5D70-AA947253D2AC}" dt="2025-12-08T10:41:29.733" v="48"/>
          <ac:spMkLst>
            <pc:docMk/>
            <pc:sldMk cId="2127112523" sldId="265"/>
            <ac:spMk id="13" creationId="{E659831F-0D9A-4C63-9EBB-8435B85A440F}"/>
          </ac:spMkLst>
        </pc:spChg>
        <pc:spChg chg="add">
          <ac:chgData name="Nguyen Thi Khanh Huyen D25CN09" userId="S::huyenntk.b25dtcn247@stu.ptit.edu.vn::2ac86dda-d22a-4179-9445-af9c6edc7ed9" providerId="AD" clId="Web-{945BBDE0-FC20-1FA2-5D70-AA947253D2AC}" dt="2025-12-08T10:41:29.733" v="48"/>
          <ac:spMkLst>
            <pc:docMk/>
            <pc:sldMk cId="2127112523" sldId="265"/>
            <ac:spMk id="15" creationId="{E6995CE5-F890-4ABA-82A2-26507CE8D2A3}"/>
          </ac:spMkLst>
        </pc:spChg>
        <pc:picChg chg="add mod">
          <ac:chgData name="Nguyen Thi Khanh Huyen D25CN09" userId="S::huyenntk.b25dtcn247@stu.ptit.edu.vn::2ac86dda-d22a-4179-9445-af9c6edc7ed9" providerId="AD" clId="Web-{945BBDE0-FC20-1FA2-5D70-AA947253D2AC}" dt="2025-12-08T10:41:29.733" v="48"/>
          <ac:picMkLst>
            <pc:docMk/>
            <pc:sldMk cId="2127112523" sldId="265"/>
            <ac:picMk id="4" creationId="{C8659A76-A942-D835-8B25-C6BC71647E89}"/>
          </ac:picMkLst>
        </pc:picChg>
      </pc:sldChg>
      <pc:sldChg chg="addSp modSp mod setBg">
        <pc:chgData name="Nguyen Thi Khanh Huyen D25CN09" userId="S::huyenntk.b25dtcn247@stu.ptit.edu.vn::2ac86dda-d22a-4179-9445-af9c6edc7ed9" providerId="AD" clId="Web-{945BBDE0-FC20-1FA2-5D70-AA947253D2AC}" dt="2025-12-08T10:43:46.359" v="59" actId="20577"/>
        <pc:sldMkLst>
          <pc:docMk/>
          <pc:sldMk cId="3509450294" sldId="266"/>
        </pc:sldMkLst>
        <pc:spChg chg="mod">
          <ac:chgData name="Nguyen Thi Khanh Huyen D25CN09" userId="S::huyenntk.b25dtcn247@stu.ptit.edu.vn::2ac86dda-d22a-4179-9445-af9c6edc7ed9" providerId="AD" clId="Web-{945BBDE0-FC20-1FA2-5D70-AA947253D2AC}" dt="2025-12-08T10:43:46.359" v="59" actId="20577"/>
          <ac:spMkLst>
            <pc:docMk/>
            <pc:sldMk cId="3509450294" sldId="266"/>
            <ac:spMk id="2" creationId="{A4A6AAD7-4748-B1E3-27E7-8284FC1473D6}"/>
          </ac:spMkLst>
        </pc:spChg>
        <pc:spChg chg="mod">
          <ac:chgData name="Nguyen Thi Khanh Huyen D25CN09" userId="S::huyenntk.b25dtcn247@stu.ptit.edu.vn::2ac86dda-d22a-4179-9445-af9c6edc7ed9" providerId="AD" clId="Web-{945BBDE0-FC20-1FA2-5D70-AA947253D2AC}" dt="2025-12-08T10:43:25.656" v="56"/>
          <ac:spMkLst>
            <pc:docMk/>
            <pc:sldMk cId="3509450294" sldId="266"/>
            <ac:spMk id="3" creationId="{BA79E43C-9069-B1C1-0723-AE4A7F65F6E6}"/>
          </ac:spMkLst>
        </pc:spChg>
        <pc:spChg chg="add">
          <ac:chgData name="Nguyen Thi Khanh Huyen D25CN09" userId="S::huyenntk.b25dtcn247@stu.ptit.edu.vn::2ac86dda-d22a-4179-9445-af9c6edc7ed9" providerId="AD" clId="Web-{945BBDE0-FC20-1FA2-5D70-AA947253D2AC}" dt="2025-12-08T10:43:25.656" v="56"/>
          <ac:spMkLst>
            <pc:docMk/>
            <pc:sldMk cId="3509450294" sldId="266"/>
            <ac:spMk id="9" creationId="{058A14AF-9FB5-4CC7-BA35-E8E85D3EDF0E}"/>
          </ac:spMkLst>
        </pc:spChg>
        <pc:spChg chg="add">
          <ac:chgData name="Nguyen Thi Khanh Huyen D25CN09" userId="S::huyenntk.b25dtcn247@stu.ptit.edu.vn::2ac86dda-d22a-4179-9445-af9c6edc7ed9" providerId="AD" clId="Web-{945BBDE0-FC20-1FA2-5D70-AA947253D2AC}" dt="2025-12-08T10:43:25.656" v="56"/>
          <ac:spMkLst>
            <pc:docMk/>
            <pc:sldMk cId="3509450294" sldId="266"/>
            <ac:spMk id="11" creationId="{3A9A4357-BD1D-4622-A4FE-766E6AB8DE84}"/>
          </ac:spMkLst>
        </pc:spChg>
        <pc:spChg chg="add">
          <ac:chgData name="Nguyen Thi Khanh Huyen D25CN09" userId="S::huyenntk.b25dtcn247@stu.ptit.edu.vn::2ac86dda-d22a-4179-9445-af9c6edc7ed9" providerId="AD" clId="Web-{945BBDE0-FC20-1FA2-5D70-AA947253D2AC}" dt="2025-12-08T10:43:25.656" v="56"/>
          <ac:spMkLst>
            <pc:docMk/>
            <pc:sldMk cId="3509450294" sldId="266"/>
            <ac:spMk id="13" creationId="{E659831F-0D9A-4C63-9EBB-8435B85A440F}"/>
          </ac:spMkLst>
        </pc:spChg>
        <pc:spChg chg="add">
          <ac:chgData name="Nguyen Thi Khanh Huyen D25CN09" userId="S::huyenntk.b25dtcn247@stu.ptit.edu.vn::2ac86dda-d22a-4179-9445-af9c6edc7ed9" providerId="AD" clId="Web-{945BBDE0-FC20-1FA2-5D70-AA947253D2AC}" dt="2025-12-08T10:43:25.656" v="56"/>
          <ac:spMkLst>
            <pc:docMk/>
            <pc:sldMk cId="3509450294" sldId="266"/>
            <ac:spMk id="15" creationId="{E6995CE5-F890-4ABA-82A2-26507CE8D2A3}"/>
          </ac:spMkLst>
        </pc:spChg>
        <pc:picChg chg="add mod">
          <ac:chgData name="Nguyen Thi Khanh Huyen D25CN09" userId="S::huyenntk.b25dtcn247@stu.ptit.edu.vn::2ac86dda-d22a-4179-9445-af9c6edc7ed9" providerId="AD" clId="Web-{945BBDE0-FC20-1FA2-5D70-AA947253D2AC}" dt="2025-12-08T10:43:25.656" v="56"/>
          <ac:picMkLst>
            <pc:docMk/>
            <pc:sldMk cId="3509450294" sldId="266"/>
            <ac:picMk id="4" creationId="{A7F07AED-60D6-91EB-D829-81E8DB21D63F}"/>
          </ac:picMkLst>
        </pc:picChg>
      </pc:sldChg>
      <pc:sldChg chg="addSp delSp modSp mod setBg">
        <pc:chgData name="Nguyen Thi Khanh Huyen D25CN09" userId="S::huyenntk.b25dtcn247@stu.ptit.edu.vn::2ac86dda-d22a-4179-9445-af9c6edc7ed9" providerId="AD" clId="Web-{945BBDE0-FC20-1FA2-5D70-AA947253D2AC}" dt="2025-12-08T10:45:23.641" v="80" actId="1076"/>
        <pc:sldMkLst>
          <pc:docMk/>
          <pc:sldMk cId="3215187324" sldId="267"/>
        </pc:sldMkLst>
        <pc:spChg chg="mod">
          <ac:chgData name="Nguyen Thi Khanh Huyen D25CN09" userId="S::huyenntk.b25dtcn247@stu.ptit.edu.vn::2ac86dda-d22a-4179-9445-af9c6edc7ed9" providerId="AD" clId="Web-{945BBDE0-FC20-1FA2-5D70-AA947253D2AC}" dt="2025-12-08T10:45:23.641" v="80" actId="1076"/>
          <ac:spMkLst>
            <pc:docMk/>
            <pc:sldMk cId="3215187324" sldId="267"/>
            <ac:spMk id="2" creationId="{CC611A0B-084E-D7EB-C1C6-30C3F5DD25BB}"/>
          </ac:spMkLst>
        </pc:spChg>
        <pc:spChg chg="mod ord">
          <ac:chgData name="Nguyen Thi Khanh Huyen D25CN09" userId="S::huyenntk.b25dtcn247@stu.ptit.edu.vn::2ac86dda-d22a-4179-9445-af9c6edc7ed9" providerId="AD" clId="Web-{945BBDE0-FC20-1FA2-5D70-AA947253D2AC}" dt="2025-12-08T10:45:19.579" v="79" actId="20577"/>
          <ac:spMkLst>
            <pc:docMk/>
            <pc:sldMk cId="3215187324" sldId="267"/>
            <ac:spMk id="3" creationId="{6B717991-8BB5-735F-DF92-1F1D1A8C0B77}"/>
          </ac:spMkLst>
        </pc:spChg>
        <pc:spChg chg="add del">
          <ac:chgData name="Nguyen Thi Khanh Huyen D25CN09" userId="S::huyenntk.b25dtcn247@stu.ptit.edu.vn::2ac86dda-d22a-4179-9445-af9c6edc7ed9" providerId="AD" clId="Web-{945BBDE0-FC20-1FA2-5D70-AA947253D2AC}" dt="2025-12-08T10:44:52.016" v="69"/>
          <ac:spMkLst>
            <pc:docMk/>
            <pc:sldMk cId="3215187324" sldId="267"/>
            <ac:spMk id="9" creationId="{117AB3D3-3C9C-4DED-809A-78734805B895}"/>
          </ac:spMkLst>
        </pc:spChg>
        <pc:spChg chg="add del">
          <ac:chgData name="Nguyen Thi Khanh Huyen D25CN09" userId="S::huyenntk.b25dtcn247@stu.ptit.edu.vn::2ac86dda-d22a-4179-9445-af9c6edc7ed9" providerId="AD" clId="Web-{945BBDE0-FC20-1FA2-5D70-AA947253D2AC}" dt="2025-12-08T10:44:52.016" v="69"/>
          <ac:spMkLst>
            <pc:docMk/>
            <pc:sldMk cId="3215187324" sldId="267"/>
            <ac:spMk id="11" creationId="{3A9A4357-BD1D-4622-A4FE-766E6AB8DE84}"/>
          </ac:spMkLst>
        </pc:spChg>
        <pc:spChg chg="add del">
          <ac:chgData name="Nguyen Thi Khanh Huyen D25CN09" userId="S::huyenntk.b25dtcn247@stu.ptit.edu.vn::2ac86dda-d22a-4179-9445-af9c6edc7ed9" providerId="AD" clId="Web-{945BBDE0-FC20-1FA2-5D70-AA947253D2AC}" dt="2025-12-08T10:44:52.016" v="69"/>
          <ac:spMkLst>
            <pc:docMk/>
            <pc:sldMk cId="3215187324" sldId="267"/>
            <ac:spMk id="13" creationId="{E659831F-0D9A-4C63-9EBB-8435B85A440F}"/>
          </ac:spMkLst>
        </pc:spChg>
        <pc:spChg chg="add del">
          <ac:chgData name="Nguyen Thi Khanh Huyen D25CN09" userId="S::huyenntk.b25dtcn247@stu.ptit.edu.vn::2ac86dda-d22a-4179-9445-af9c6edc7ed9" providerId="AD" clId="Web-{945BBDE0-FC20-1FA2-5D70-AA947253D2AC}" dt="2025-12-08T10:44:52.016" v="69"/>
          <ac:spMkLst>
            <pc:docMk/>
            <pc:sldMk cId="3215187324" sldId="267"/>
            <ac:spMk id="15" creationId="{E6995CE5-F890-4ABA-82A2-26507CE8D2A3}"/>
          </ac:spMkLst>
        </pc:spChg>
        <pc:spChg chg="add del">
          <ac:chgData name="Nguyen Thi Khanh Huyen D25CN09" userId="S::huyenntk.b25dtcn247@stu.ptit.edu.vn::2ac86dda-d22a-4179-9445-af9c6edc7ed9" providerId="AD" clId="Web-{945BBDE0-FC20-1FA2-5D70-AA947253D2AC}" dt="2025-12-08T10:44:55.063" v="71"/>
          <ac:spMkLst>
            <pc:docMk/>
            <pc:sldMk cId="3215187324" sldId="267"/>
            <ac:spMk id="17" creationId="{058A14AF-9FB5-4CC7-BA35-E8E85D3EDF0E}"/>
          </ac:spMkLst>
        </pc:spChg>
        <pc:spChg chg="add del">
          <ac:chgData name="Nguyen Thi Khanh Huyen D25CN09" userId="S::huyenntk.b25dtcn247@stu.ptit.edu.vn::2ac86dda-d22a-4179-9445-af9c6edc7ed9" providerId="AD" clId="Web-{945BBDE0-FC20-1FA2-5D70-AA947253D2AC}" dt="2025-12-08T10:44:55.063" v="71"/>
          <ac:spMkLst>
            <pc:docMk/>
            <pc:sldMk cId="3215187324" sldId="267"/>
            <ac:spMk id="18" creationId="{3A9A4357-BD1D-4622-A4FE-766E6AB8DE84}"/>
          </ac:spMkLst>
        </pc:spChg>
        <pc:spChg chg="add del">
          <ac:chgData name="Nguyen Thi Khanh Huyen D25CN09" userId="S::huyenntk.b25dtcn247@stu.ptit.edu.vn::2ac86dda-d22a-4179-9445-af9c6edc7ed9" providerId="AD" clId="Web-{945BBDE0-FC20-1FA2-5D70-AA947253D2AC}" dt="2025-12-08T10:44:55.063" v="71"/>
          <ac:spMkLst>
            <pc:docMk/>
            <pc:sldMk cId="3215187324" sldId="267"/>
            <ac:spMk id="19" creationId="{E659831F-0D9A-4C63-9EBB-8435B85A440F}"/>
          </ac:spMkLst>
        </pc:spChg>
        <pc:spChg chg="add del">
          <ac:chgData name="Nguyen Thi Khanh Huyen D25CN09" userId="S::huyenntk.b25dtcn247@stu.ptit.edu.vn::2ac86dda-d22a-4179-9445-af9c6edc7ed9" providerId="AD" clId="Web-{945BBDE0-FC20-1FA2-5D70-AA947253D2AC}" dt="2025-12-08T10:44:55.063" v="71"/>
          <ac:spMkLst>
            <pc:docMk/>
            <pc:sldMk cId="3215187324" sldId="267"/>
            <ac:spMk id="20" creationId="{E6995CE5-F890-4ABA-82A2-26507CE8D2A3}"/>
          </ac:spMkLst>
        </pc:spChg>
        <pc:spChg chg="add del">
          <ac:chgData name="Nguyen Thi Khanh Huyen D25CN09" userId="S::huyenntk.b25dtcn247@stu.ptit.edu.vn::2ac86dda-d22a-4179-9445-af9c6edc7ed9" providerId="AD" clId="Web-{945BBDE0-FC20-1FA2-5D70-AA947253D2AC}" dt="2025-12-08T10:45:06.985" v="73"/>
          <ac:spMkLst>
            <pc:docMk/>
            <pc:sldMk cId="3215187324" sldId="267"/>
            <ac:spMk id="22" creationId="{FFB60E8C-7224-44A4-87A0-46A1711DD2ED}"/>
          </ac:spMkLst>
        </pc:spChg>
        <pc:spChg chg="add del">
          <ac:chgData name="Nguyen Thi Khanh Huyen D25CN09" userId="S::huyenntk.b25dtcn247@stu.ptit.edu.vn::2ac86dda-d22a-4179-9445-af9c6edc7ed9" providerId="AD" clId="Web-{945BBDE0-FC20-1FA2-5D70-AA947253D2AC}" dt="2025-12-08T10:45:06.985" v="73"/>
          <ac:spMkLst>
            <pc:docMk/>
            <pc:sldMk cId="3215187324" sldId="267"/>
            <ac:spMk id="23" creationId="{5DA32751-37A2-45C0-BE94-63D375E27003}"/>
          </ac:spMkLst>
        </pc:spChg>
        <pc:spChg chg="add del">
          <ac:chgData name="Nguyen Thi Khanh Huyen D25CN09" userId="S::huyenntk.b25dtcn247@stu.ptit.edu.vn::2ac86dda-d22a-4179-9445-af9c6edc7ed9" providerId="AD" clId="Web-{945BBDE0-FC20-1FA2-5D70-AA947253D2AC}" dt="2025-12-08T10:45:06.985" v="73"/>
          <ac:spMkLst>
            <pc:docMk/>
            <pc:sldMk cId="3215187324" sldId="267"/>
            <ac:spMk id="24" creationId="{E659831F-0D9A-4C63-9EBB-8435B85A440F}"/>
          </ac:spMkLst>
        </pc:spChg>
        <pc:spChg chg="add del">
          <ac:chgData name="Nguyen Thi Khanh Huyen D25CN09" userId="S::huyenntk.b25dtcn247@stu.ptit.edu.vn::2ac86dda-d22a-4179-9445-af9c6edc7ed9" providerId="AD" clId="Web-{945BBDE0-FC20-1FA2-5D70-AA947253D2AC}" dt="2025-12-08T10:45:06.985" v="73"/>
          <ac:spMkLst>
            <pc:docMk/>
            <pc:sldMk cId="3215187324" sldId="267"/>
            <ac:spMk id="25" creationId="{5A55FBCD-CD42-40F5-8A1B-3203F9CAEEAA}"/>
          </ac:spMkLst>
        </pc:spChg>
        <pc:spChg chg="add del">
          <ac:chgData name="Nguyen Thi Khanh Huyen D25CN09" userId="S::huyenntk.b25dtcn247@stu.ptit.edu.vn::2ac86dda-d22a-4179-9445-af9c6edc7ed9" providerId="AD" clId="Web-{945BBDE0-FC20-1FA2-5D70-AA947253D2AC}" dt="2025-12-08T10:45:09.375" v="75"/>
          <ac:spMkLst>
            <pc:docMk/>
            <pc:sldMk cId="3215187324" sldId="267"/>
            <ac:spMk id="27" creationId="{45D37F4E-DDB4-456B-97E0-9937730A039F}"/>
          </ac:spMkLst>
        </pc:spChg>
        <pc:spChg chg="add del">
          <ac:chgData name="Nguyen Thi Khanh Huyen D25CN09" userId="S::huyenntk.b25dtcn247@stu.ptit.edu.vn::2ac86dda-d22a-4179-9445-af9c6edc7ed9" providerId="AD" clId="Web-{945BBDE0-FC20-1FA2-5D70-AA947253D2AC}" dt="2025-12-08T10:45:09.375" v="75"/>
          <ac:spMkLst>
            <pc:docMk/>
            <pc:sldMk cId="3215187324" sldId="267"/>
            <ac:spMk id="28" creationId="{B2DD41CD-8F47-4F56-AD12-4E2FF7696987}"/>
          </ac:spMkLst>
        </pc:spChg>
        <pc:spChg chg="add">
          <ac:chgData name="Nguyen Thi Khanh Huyen D25CN09" userId="S::huyenntk.b25dtcn247@stu.ptit.edu.vn::2ac86dda-d22a-4179-9445-af9c6edc7ed9" providerId="AD" clId="Web-{945BBDE0-FC20-1FA2-5D70-AA947253D2AC}" dt="2025-12-08T10:45:09.391" v="76"/>
          <ac:spMkLst>
            <pc:docMk/>
            <pc:sldMk cId="3215187324" sldId="267"/>
            <ac:spMk id="30" creationId="{058A14AF-9FB5-4CC7-BA35-E8E85D3EDF0E}"/>
          </ac:spMkLst>
        </pc:spChg>
        <pc:spChg chg="add">
          <ac:chgData name="Nguyen Thi Khanh Huyen D25CN09" userId="S::huyenntk.b25dtcn247@stu.ptit.edu.vn::2ac86dda-d22a-4179-9445-af9c6edc7ed9" providerId="AD" clId="Web-{945BBDE0-FC20-1FA2-5D70-AA947253D2AC}" dt="2025-12-08T10:45:09.391" v="76"/>
          <ac:spMkLst>
            <pc:docMk/>
            <pc:sldMk cId="3215187324" sldId="267"/>
            <ac:spMk id="31" creationId="{3A9A4357-BD1D-4622-A4FE-766E6AB8DE84}"/>
          </ac:spMkLst>
        </pc:spChg>
        <pc:spChg chg="add">
          <ac:chgData name="Nguyen Thi Khanh Huyen D25CN09" userId="S::huyenntk.b25dtcn247@stu.ptit.edu.vn::2ac86dda-d22a-4179-9445-af9c6edc7ed9" providerId="AD" clId="Web-{945BBDE0-FC20-1FA2-5D70-AA947253D2AC}" dt="2025-12-08T10:45:09.391" v="76"/>
          <ac:spMkLst>
            <pc:docMk/>
            <pc:sldMk cId="3215187324" sldId="267"/>
            <ac:spMk id="32" creationId="{E659831F-0D9A-4C63-9EBB-8435B85A440F}"/>
          </ac:spMkLst>
        </pc:spChg>
        <pc:spChg chg="add">
          <ac:chgData name="Nguyen Thi Khanh Huyen D25CN09" userId="S::huyenntk.b25dtcn247@stu.ptit.edu.vn::2ac86dda-d22a-4179-9445-af9c6edc7ed9" providerId="AD" clId="Web-{945BBDE0-FC20-1FA2-5D70-AA947253D2AC}" dt="2025-12-08T10:45:09.391" v="76"/>
          <ac:spMkLst>
            <pc:docMk/>
            <pc:sldMk cId="3215187324" sldId="267"/>
            <ac:spMk id="33" creationId="{E6995CE5-F890-4ABA-82A2-26507CE8D2A3}"/>
          </ac:spMkLst>
        </pc:spChg>
        <pc:picChg chg="add mod">
          <ac:chgData name="Nguyen Thi Khanh Huyen D25CN09" userId="S::huyenntk.b25dtcn247@stu.ptit.edu.vn::2ac86dda-d22a-4179-9445-af9c6edc7ed9" providerId="AD" clId="Web-{945BBDE0-FC20-1FA2-5D70-AA947253D2AC}" dt="2025-12-08T10:45:09.391" v="76"/>
          <ac:picMkLst>
            <pc:docMk/>
            <pc:sldMk cId="3215187324" sldId="267"/>
            <ac:picMk id="4" creationId="{ECBB44CD-18F4-A1DF-37E8-69823B1900CD}"/>
          </ac:picMkLst>
        </pc:picChg>
      </pc:sldChg>
      <pc:sldChg chg="addSp delSp modSp new mod setBg">
        <pc:chgData name="Nguyen Thi Khanh Huyen D25CN09" userId="S::huyenntk.b25dtcn247@stu.ptit.edu.vn::2ac86dda-d22a-4179-9445-af9c6edc7ed9" providerId="AD" clId="Web-{945BBDE0-FC20-1FA2-5D70-AA947253D2AC}" dt="2025-12-08T10:50:29.019" v="128" actId="1076"/>
        <pc:sldMkLst>
          <pc:docMk/>
          <pc:sldMk cId="3603647408" sldId="268"/>
        </pc:sldMkLst>
        <pc:spChg chg="mod">
          <ac:chgData name="Nguyen Thi Khanh Huyen D25CN09" userId="S::huyenntk.b25dtcn247@stu.ptit.edu.vn::2ac86dda-d22a-4179-9445-af9c6edc7ed9" providerId="AD" clId="Web-{945BBDE0-FC20-1FA2-5D70-AA947253D2AC}" dt="2025-12-08T10:46:49.548" v="88"/>
          <ac:spMkLst>
            <pc:docMk/>
            <pc:sldMk cId="3603647408" sldId="268"/>
            <ac:spMk id="2" creationId="{17C05684-092F-AB87-4EC6-A95127FB4EFD}"/>
          </ac:spMkLst>
        </pc:spChg>
        <pc:spChg chg="mod">
          <ac:chgData name="Nguyen Thi Khanh Huyen D25CN09" userId="S::huyenntk.b25dtcn247@stu.ptit.edu.vn::2ac86dda-d22a-4179-9445-af9c6edc7ed9" providerId="AD" clId="Web-{945BBDE0-FC20-1FA2-5D70-AA947253D2AC}" dt="2025-12-08T10:47:26.189" v="94" actId="20577"/>
          <ac:spMkLst>
            <pc:docMk/>
            <pc:sldMk cId="3603647408" sldId="268"/>
            <ac:spMk id="3" creationId="{67075837-2708-D5E1-5ED2-199C66E13B8D}"/>
          </ac:spMkLst>
        </pc:spChg>
        <pc:spChg chg="add del">
          <ac:chgData name="Nguyen Thi Khanh Huyen D25CN09" userId="S::huyenntk.b25dtcn247@stu.ptit.edu.vn::2ac86dda-d22a-4179-9445-af9c6edc7ed9" providerId="AD" clId="Web-{945BBDE0-FC20-1FA2-5D70-AA947253D2AC}" dt="2025-12-08T10:47:36.236" v="96"/>
          <ac:spMkLst>
            <pc:docMk/>
            <pc:sldMk cId="3603647408" sldId="268"/>
            <ac:spMk id="5" creationId="{22F21EF3-455B-B204-9A9C-90F3B3DD3CBF}"/>
          </ac:spMkLst>
        </pc:spChg>
        <pc:spChg chg="add mod">
          <ac:chgData name="Nguyen Thi Khanh Huyen D25CN09" userId="S::huyenntk.b25dtcn247@stu.ptit.edu.vn::2ac86dda-d22a-4179-9445-af9c6edc7ed9" providerId="AD" clId="Web-{945BBDE0-FC20-1FA2-5D70-AA947253D2AC}" dt="2025-12-08T10:50:29.019" v="128" actId="1076"/>
          <ac:spMkLst>
            <pc:docMk/>
            <pc:sldMk cId="3603647408" sldId="268"/>
            <ac:spMk id="6" creationId="{ECB19B07-345F-A572-B687-9B845A983686}"/>
          </ac:spMkLst>
        </pc:spChg>
        <pc:spChg chg="add del">
          <ac:chgData name="Nguyen Thi Khanh Huyen D25CN09" userId="S::huyenntk.b25dtcn247@stu.ptit.edu.vn::2ac86dda-d22a-4179-9445-af9c6edc7ed9" providerId="AD" clId="Web-{945BBDE0-FC20-1FA2-5D70-AA947253D2AC}" dt="2025-12-08T10:49:26.408" v="120"/>
          <ac:spMkLst>
            <pc:docMk/>
            <pc:sldMk cId="3603647408" sldId="268"/>
            <ac:spMk id="7" creationId="{EAA9EC6A-BC76-09DD-EA56-4E62C85AD02F}"/>
          </ac:spMkLst>
        </pc:spChg>
        <pc:spChg chg="add">
          <ac:chgData name="Nguyen Thi Khanh Huyen D25CN09" userId="S::huyenntk.b25dtcn247@stu.ptit.edu.vn::2ac86dda-d22a-4179-9445-af9c6edc7ed9" providerId="AD" clId="Web-{945BBDE0-FC20-1FA2-5D70-AA947253D2AC}" dt="2025-12-08T10:46:49.548" v="88"/>
          <ac:spMkLst>
            <pc:docMk/>
            <pc:sldMk cId="3603647408" sldId="268"/>
            <ac:spMk id="9" creationId="{04812C46-200A-4DEB-A05E-3ED6C68C2387}"/>
          </ac:spMkLst>
        </pc:spChg>
        <pc:spChg chg="add">
          <ac:chgData name="Nguyen Thi Khanh Huyen D25CN09" userId="S::huyenntk.b25dtcn247@stu.ptit.edu.vn::2ac86dda-d22a-4179-9445-af9c6edc7ed9" providerId="AD" clId="Web-{945BBDE0-FC20-1FA2-5D70-AA947253D2AC}" dt="2025-12-08T10:46:49.548" v="88"/>
          <ac:spMkLst>
            <pc:docMk/>
            <pc:sldMk cId="3603647408" sldId="268"/>
            <ac:spMk id="11" creationId="{D1EA859B-E555-4109-94F3-6700E046E008}"/>
          </ac:spMkLst>
        </pc:spChg>
        <pc:picChg chg="add mod ord">
          <ac:chgData name="Nguyen Thi Khanh Huyen D25CN09" userId="S::huyenntk.b25dtcn247@stu.ptit.edu.vn::2ac86dda-d22a-4179-9445-af9c6edc7ed9" providerId="AD" clId="Web-{945BBDE0-FC20-1FA2-5D70-AA947253D2AC}" dt="2025-12-08T10:46:49.548" v="88"/>
          <ac:picMkLst>
            <pc:docMk/>
            <pc:sldMk cId="3603647408" sldId="268"/>
            <ac:picMk id="4" creationId="{A5E7107E-2625-0DD4-0268-2D096D482278}"/>
          </ac:picMkLst>
        </pc:picChg>
      </pc:sldChg>
      <pc:sldChg chg="addSp delSp modSp new mod setBg">
        <pc:chgData name="Nguyen Thi Khanh Huyen D25CN09" userId="S::huyenntk.b25dtcn247@stu.ptit.edu.vn::2ac86dda-d22a-4179-9445-af9c6edc7ed9" providerId="AD" clId="Web-{945BBDE0-FC20-1FA2-5D70-AA947253D2AC}" dt="2025-12-08T10:56:27.309" v="176" actId="14100"/>
        <pc:sldMkLst>
          <pc:docMk/>
          <pc:sldMk cId="1226069870" sldId="269"/>
        </pc:sldMkLst>
        <pc:spChg chg="mod">
          <ac:chgData name="Nguyen Thi Khanh Huyen D25CN09" userId="S::huyenntk.b25dtcn247@stu.ptit.edu.vn::2ac86dda-d22a-4179-9445-af9c6edc7ed9" providerId="AD" clId="Web-{945BBDE0-FC20-1FA2-5D70-AA947253D2AC}" dt="2025-12-08T10:56:27.309" v="176" actId="14100"/>
          <ac:spMkLst>
            <pc:docMk/>
            <pc:sldMk cId="1226069870" sldId="269"/>
            <ac:spMk id="2" creationId="{D14D6876-A8FE-92BC-90AC-DB8B94264743}"/>
          </ac:spMkLst>
        </pc:spChg>
        <pc:spChg chg="mod ord">
          <ac:chgData name="Nguyen Thi Khanh Huyen D25CN09" userId="S::huyenntk.b25dtcn247@stu.ptit.edu.vn::2ac86dda-d22a-4179-9445-af9c6edc7ed9" providerId="AD" clId="Web-{945BBDE0-FC20-1FA2-5D70-AA947253D2AC}" dt="2025-12-08T10:55:51.074" v="167" actId="20577"/>
          <ac:spMkLst>
            <pc:docMk/>
            <pc:sldMk cId="1226069870" sldId="269"/>
            <ac:spMk id="3" creationId="{739C7E15-8B3F-E987-123F-9AC7A5D1C63F}"/>
          </ac:spMkLst>
        </pc:spChg>
        <pc:spChg chg="add del">
          <ac:chgData name="Nguyen Thi Khanh Huyen D25CN09" userId="S::huyenntk.b25dtcn247@stu.ptit.edu.vn::2ac86dda-d22a-4179-9445-af9c6edc7ed9" providerId="AD" clId="Web-{945BBDE0-FC20-1FA2-5D70-AA947253D2AC}" dt="2025-12-08T10:53:33.915" v="153"/>
          <ac:spMkLst>
            <pc:docMk/>
            <pc:sldMk cId="1226069870" sldId="269"/>
            <ac:spMk id="9" creationId="{2F687420-BEB4-45CD-8226-339BE553B8E6}"/>
          </ac:spMkLst>
        </pc:spChg>
        <pc:spChg chg="add">
          <ac:chgData name="Nguyen Thi Khanh Huyen D25CN09" userId="S::huyenntk.b25dtcn247@stu.ptit.edu.vn::2ac86dda-d22a-4179-9445-af9c6edc7ed9" providerId="AD" clId="Web-{945BBDE0-FC20-1FA2-5D70-AA947253D2AC}" dt="2025-12-08T10:55:22.746" v="162"/>
          <ac:spMkLst>
            <pc:docMk/>
            <pc:sldMk cId="1226069870" sldId="269"/>
            <ac:spMk id="10" creationId="{04812C46-200A-4DEB-A05E-3ED6C68C2387}"/>
          </ac:spMkLst>
        </pc:spChg>
        <pc:spChg chg="add del">
          <ac:chgData name="Nguyen Thi Khanh Huyen D25CN09" userId="S::huyenntk.b25dtcn247@stu.ptit.edu.vn::2ac86dda-d22a-4179-9445-af9c6edc7ed9" providerId="AD" clId="Web-{945BBDE0-FC20-1FA2-5D70-AA947253D2AC}" dt="2025-12-08T10:53:33.915" v="153"/>
          <ac:spMkLst>
            <pc:docMk/>
            <pc:sldMk cId="1226069870" sldId="269"/>
            <ac:spMk id="11" creationId="{169CC832-2974-4E8D-90ED-3E2941BA7336}"/>
          </ac:spMkLst>
        </pc:spChg>
        <pc:spChg chg="add">
          <ac:chgData name="Nguyen Thi Khanh Huyen D25CN09" userId="S::huyenntk.b25dtcn247@stu.ptit.edu.vn::2ac86dda-d22a-4179-9445-af9c6edc7ed9" providerId="AD" clId="Web-{945BBDE0-FC20-1FA2-5D70-AA947253D2AC}" dt="2025-12-08T10:55:22.746" v="162"/>
          <ac:spMkLst>
            <pc:docMk/>
            <pc:sldMk cId="1226069870" sldId="269"/>
            <ac:spMk id="12" creationId="{D1EA859B-E555-4109-94F3-6700E046E008}"/>
          </ac:spMkLst>
        </pc:spChg>
        <pc:spChg chg="add del">
          <ac:chgData name="Nguyen Thi Khanh Huyen D25CN09" userId="S::huyenntk.b25dtcn247@stu.ptit.edu.vn::2ac86dda-d22a-4179-9445-af9c6edc7ed9" providerId="AD" clId="Web-{945BBDE0-FC20-1FA2-5D70-AA947253D2AC}" dt="2025-12-08T10:53:33.915" v="153"/>
          <ac:spMkLst>
            <pc:docMk/>
            <pc:sldMk cId="1226069870" sldId="269"/>
            <ac:spMk id="13" creationId="{55222F96-971A-4F90-B841-6BAB416C7AC1}"/>
          </ac:spMkLst>
        </pc:spChg>
        <pc:spChg chg="add del">
          <ac:chgData name="Nguyen Thi Khanh Huyen D25CN09" userId="S::huyenntk.b25dtcn247@stu.ptit.edu.vn::2ac86dda-d22a-4179-9445-af9c6edc7ed9" providerId="AD" clId="Web-{945BBDE0-FC20-1FA2-5D70-AA947253D2AC}" dt="2025-12-08T10:53:33.915" v="153"/>
          <ac:spMkLst>
            <pc:docMk/>
            <pc:sldMk cId="1226069870" sldId="269"/>
            <ac:spMk id="15" creationId="{08980754-6F4B-43C9-B9BE-127B6BED6586}"/>
          </ac:spMkLst>
        </pc:spChg>
        <pc:spChg chg="add del">
          <ac:chgData name="Nguyen Thi Khanh Huyen D25CN09" userId="S::huyenntk.b25dtcn247@stu.ptit.edu.vn::2ac86dda-d22a-4179-9445-af9c6edc7ed9" providerId="AD" clId="Web-{945BBDE0-FC20-1FA2-5D70-AA947253D2AC}" dt="2025-12-08T10:53:33.915" v="153"/>
          <ac:spMkLst>
            <pc:docMk/>
            <pc:sldMk cId="1226069870" sldId="269"/>
            <ac:spMk id="17" creationId="{2C1BBA94-3F40-40AA-8BB9-E69E25E537C1}"/>
          </ac:spMkLst>
        </pc:spChg>
        <pc:spChg chg="add del">
          <ac:chgData name="Nguyen Thi Khanh Huyen D25CN09" userId="S::huyenntk.b25dtcn247@stu.ptit.edu.vn::2ac86dda-d22a-4179-9445-af9c6edc7ed9" providerId="AD" clId="Web-{945BBDE0-FC20-1FA2-5D70-AA947253D2AC}" dt="2025-12-08T10:53:47.509" v="155"/>
          <ac:spMkLst>
            <pc:docMk/>
            <pc:sldMk cId="1226069870" sldId="269"/>
            <ac:spMk id="19" creationId="{2EB492CD-616E-47F8-933B-5E2D952A0593}"/>
          </ac:spMkLst>
        </pc:spChg>
        <pc:spChg chg="add del">
          <ac:chgData name="Nguyen Thi Khanh Huyen D25CN09" userId="S::huyenntk.b25dtcn247@stu.ptit.edu.vn::2ac86dda-d22a-4179-9445-af9c6edc7ed9" providerId="AD" clId="Web-{945BBDE0-FC20-1FA2-5D70-AA947253D2AC}" dt="2025-12-08T10:53:47.509" v="155"/>
          <ac:spMkLst>
            <pc:docMk/>
            <pc:sldMk cId="1226069870" sldId="269"/>
            <ac:spMk id="20" creationId="{59383CF9-23B5-4335-9B21-1791C4CF1C75}"/>
          </ac:spMkLst>
        </pc:spChg>
        <pc:spChg chg="add del">
          <ac:chgData name="Nguyen Thi Khanh Huyen D25CN09" userId="S::huyenntk.b25dtcn247@stu.ptit.edu.vn::2ac86dda-d22a-4179-9445-af9c6edc7ed9" providerId="AD" clId="Web-{945BBDE0-FC20-1FA2-5D70-AA947253D2AC}" dt="2025-12-08T10:53:47.509" v="155"/>
          <ac:spMkLst>
            <pc:docMk/>
            <pc:sldMk cId="1226069870" sldId="269"/>
            <ac:spMk id="21" creationId="{0007FE00-9498-4706-B255-6437B0252C02}"/>
          </ac:spMkLst>
        </pc:spChg>
        <pc:spChg chg="add del">
          <ac:chgData name="Nguyen Thi Khanh Huyen D25CN09" userId="S::huyenntk.b25dtcn247@stu.ptit.edu.vn::2ac86dda-d22a-4179-9445-af9c6edc7ed9" providerId="AD" clId="Web-{945BBDE0-FC20-1FA2-5D70-AA947253D2AC}" dt="2025-12-08T10:54:38.932" v="159"/>
          <ac:spMkLst>
            <pc:docMk/>
            <pc:sldMk cId="1226069870" sldId="269"/>
            <ac:spMk id="23" creationId="{637B2035-1FCB-439A-B421-095E136C7E07}"/>
          </ac:spMkLst>
        </pc:spChg>
        <pc:spChg chg="add del">
          <ac:chgData name="Nguyen Thi Khanh Huyen D25CN09" userId="S::huyenntk.b25dtcn247@stu.ptit.edu.vn::2ac86dda-d22a-4179-9445-af9c6edc7ed9" providerId="AD" clId="Web-{945BBDE0-FC20-1FA2-5D70-AA947253D2AC}" dt="2025-12-08T10:54:38.932" v="159"/>
          <ac:spMkLst>
            <pc:docMk/>
            <pc:sldMk cId="1226069870" sldId="269"/>
            <ac:spMk id="24" creationId="{676D6CDF-C512-4739-B158-55EE955EFA39}"/>
          </ac:spMkLst>
        </pc:spChg>
        <pc:picChg chg="add del mod">
          <ac:chgData name="Nguyen Thi Khanh Huyen D25CN09" userId="S::huyenntk.b25dtcn247@stu.ptit.edu.vn::2ac86dda-d22a-4179-9445-af9c6edc7ed9" providerId="AD" clId="Web-{945BBDE0-FC20-1FA2-5D70-AA947253D2AC}" dt="2025-12-08T10:54:46.917" v="160"/>
          <ac:picMkLst>
            <pc:docMk/>
            <pc:sldMk cId="1226069870" sldId="269"/>
            <ac:picMk id="4" creationId="{DCEB04BC-3688-D8ED-17AC-F8FFD5FF8927}"/>
          </ac:picMkLst>
        </pc:picChg>
        <pc:picChg chg="add mod ord">
          <ac:chgData name="Nguyen Thi Khanh Huyen D25CN09" userId="S::huyenntk.b25dtcn247@stu.ptit.edu.vn::2ac86dda-d22a-4179-9445-af9c6edc7ed9" providerId="AD" clId="Web-{945BBDE0-FC20-1FA2-5D70-AA947253D2AC}" dt="2025-12-08T10:55:58.215" v="169" actId="1076"/>
          <ac:picMkLst>
            <pc:docMk/>
            <pc:sldMk cId="1226069870" sldId="269"/>
            <ac:picMk id="5" creationId="{F992E1BC-EBDF-7CAC-CD09-EE4E9E1FDA54}"/>
          </ac:picMkLst>
        </pc:picChg>
      </pc:sldChg>
      <pc:sldChg chg="addSp modSp new mod setBg">
        <pc:chgData name="Nguyen Thi Khanh Huyen D25CN09" userId="S::huyenntk.b25dtcn247@stu.ptit.edu.vn::2ac86dda-d22a-4179-9445-af9c6edc7ed9" providerId="AD" clId="Web-{945BBDE0-FC20-1FA2-5D70-AA947253D2AC}" dt="2025-12-08T11:01:29.499" v="297" actId="20577"/>
        <pc:sldMkLst>
          <pc:docMk/>
          <pc:sldMk cId="4160048769" sldId="270"/>
        </pc:sldMkLst>
        <pc:spChg chg="mod">
          <ac:chgData name="Nguyen Thi Khanh Huyen D25CN09" userId="S::huyenntk.b25dtcn247@stu.ptit.edu.vn::2ac86dda-d22a-4179-9445-af9c6edc7ed9" providerId="AD" clId="Web-{945BBDE0-FC20-1FA2-5D70-AA947253D2AC}" dt="2025-12-08T10:59:04.686" v="245" actId="1076"/>
          <ac:spMkLst>
            <pc:docMk/>
            <pc:sldMk cId="4160048769" sldId="270"/>
            <ac:spMk id="2" creationId="{16CA8940-C7B8-74A8-FEE8-ABFDD49513DA}"/>
          </ac:spMkLst>
        </pc:spChg>
        <pc:spChg chg="mod">
          <ac:chgData name="Nguyen Thi Khanh Huyen D25CN09" userId="S::huyenntk.b25dtcn247@stu.ptit.edu.vn::2ac86dda-d22a-4179-9445-af9c6edc7ed9" providerId="AD" clId="Web-{945BBDE0-FC20-1FA2-5D70-AA947253D2AC}" dt="2025-12-08T11:01:29.499" v="297" actId="20577"/>
          <ac:spMkLst>
            <pc:docMk/>
            <pc:sldMk cId="4160048769" sldId="270"/>
            <ac:spMk id="3" creationId="{5B31F805-BD39-FC8A-D18C-D95681AADEED}"/>
          </ac:spMkLst>
        </pc:spChg>
        <pc:spChg chg="add">
          <ac:chgData name="Nguyen Thi Khanh Huyen D25CN09" userId="S::huyenntk.b25dtcn247@stu.ptit.edu.vn::2ac86dda-d22a-4179-9445-af9c6edc7ed9" providerId="AD" clId="Web-{945BBDE0-FC20-1FA2-5D70-AA947253D2AC}" dt="2025-12-08T10:57:31.153" v="181"/>
          <ac:spMkLst>
            <pc:docMk/>
            <pc:sldMk cId="4160048769" sldId="270"/>
            <ac:spMk id="9" creationId="{201CC55D-ED54-4C5C-95E6-10947BD1103B}"/>
          </ac:spMkLst>
        </pc:spChg>
        <pc:spChg chg="add">
          <ac:chgData name="Nguyen Thi Khanh Huyen D25CN09" userId="S::huyenntk.b25dtcn247@stu.ptit.edu.vn::2ac86dda-d22a-4179-9445-af9c6edc7ed9" providerId="AD" clId="Web-{945BBDE0-FC20-1FA2-5D70-AA947253D2AC}" dt="2025-12-08T10:57:31.153" v="181"/>
          <ac:spMkLst>
            <pc:docMk/>
            <pc:sldMk cId="4160048769" sldId="270"/>
            <ac:spMk id="15" creationId="{3873B707-463F-40B0-8227-E8CC6C67EB25}"/>
          </ac:spMkLst>
        </pc:spChg>
        <pc:spChg chg="add">
          <ac:chgData name="Nguyen Thi Khanh Huyen D25CN09" userId="S::huyenntk.b25dtcn247@stu.ptit.edu.vn::2ac86dda-d22a-4179-9445-af9c6edc7ed9" providerId="AD" clId="Web-{945BBDE0-FC20-1FA2-5D70-AA947253D2AC}" dt="2025-12-08T10:57:31.153" v="181"/>
          <ac:spMkLst>
            <pc:docMk/>
            <pc:sldMk cId="4160048769" sldId="270"/>
            <ac:spMk id="17" creationId="{C13237C8-E62C-4F0D-A318-BD6FB6C2D138}"/>
          </ac:spMkLst>
        </pc:spChg>
        <pc:spChg chg="add">
          <ac:chgData name="Nguyen Thi Khanh Huyen D25CN09" userId="S::huyenntk.b25dtcn247@stu.ptit.edu.vn::2ac86dda-d22a-4179-9445-af9c6edc7ed9" providerId="AD" clId="Web-{945BBDE0-FC20-1FA2-5D70-AA947253D2AC}" dt="2025-12-08T10:57:31.153" v="181"/>
          <ac:spMkLst>
            <pc:docMk/>
            <pc:sldMk cId="4160048769" sldId="270"/>
            <ac:spMk id="19" creationId="{19C9EAEA-39D0-4B0E-A0EB-51E7B26740B1}"/>
          </ac:spMkLst>
        </pc:spChg>
        <pc:grpChg chg="add">
          <ac:chgData name="Nguyen Thi Khanh Huyen D25CN09" userId="S::huyenntk.b25dtcn247@stu.ptit.edu.vn::2ac86dda-d22a-4179-9445-af9c6edc7ed9" providerId="AD" clId="Web-{945BBDE0-FC20-1FA2-5D70-AA947253D2AC}" dt="2025-12-08T10:57:31.153" v="181"/>
          <ac:grpSpMkLst>
            <pc:docMk/>
            <pc:sldMk cId="4160048769" sldId="270"/>
            <ac:grpSpMk id="11" creationId="{1DE889C7-FAD6-4397-98E2-05D503484459}"/>
          </ac:grpSpMkLst>
        </pc:grpChg>
        <pc:picChg chg="add mod">
          <ac:chgData name="Nguyen Thi Khanh Huyen D25CN09" userId="S::huyenntk.b25dtcn247@stu.ptit.edu.vn::2ac86dda-d22a-4179-9445-af9c6edc7ed9" providerId="AD" clId="Web-{945BBDE0-FC20-1FA2-5D70-AA947253D2AC}" dt="2025-12-08T10:57:31.153" v="181"/>
          <ac:picMkLst>
            <pc:docMk/>
            <pc:sldMk cId="4160048769" sldId="270"/>
            <ac:picMk id="4" creationId="{D2FD784F-A7C0-576F-258B-8F3D851FA9E4}"/>
          </ac:picMkLst>
        </pc:picChg>
      </pc:sldChg>
    </pc:docChg>
  </pc:docChgLst>
  <pc:docChgLst>
    <pc:chgData name="Nguyen Thi Khanh Huyen D25CN09" userId="S::huyenntk.b25dtcn247@stu.ptit.edu.vn::2ac86dda-d22a-4179-9445-af9c6edc7ed9" providerId="AD" clId="Web-{E7D523FF-DB03-CFF7-96EB-C7B4D3C9ACCF}"/>
    <pc:docChg chg="addSld modSld">
      <pc:chgData name="Nguyen Thi Khanh Huyen D25CN09" userId="S::huyenntk.b25dtcn247@stu.ptit.edu.vn::2ac86dda-d22a-4179-9445-af9c6edc7ed9" providerId="AD" clId="Web-{E7D523FF-DB03-CFF7-96EB-C7B4D3C9ACCF}" dt="2025-12-08T01:48:50.940" v="135"/>
      <pc:docMkLst>
        <pc:docMk/>
      </pc:docMkLst>
      <pc:sldChg chg="addSp modSp mod setBg">
        <pc:chgData name="Nguyen Thi Khanh Huyen D25CN09" userId="S::huyenntk.b25dtcn247@stu.ptit.edu.vn::2ac86dda-d22a-4179-9445-af9c6edc7ed9" providerId="AD" clId="Web-{E7D523FF-DB03-CFF7-96EB-C7B4D3C9ACCF}" dt="2025-12-08T01:35:54.047" v="4" actId="20577"/>
        <pc:sldMkLst>
          <pc:docMk/>
          <pc:sldMk cId="109857222" sldId="256"/>
        </pc:sldMkLst>
        <pc:spChg chg="mod">
          <ac:chgData name="Nguyen Thi Khanh Huyen D25CN09" userId="S::huyenntk.b25dtcn247@stu.ptit.edu.vn::2ac86dda-d22a-4179-9445-af9c6edc7ed9" providerId="AD" clId="Web-{E7D523FF-DB03-CFF7-96EB-C7B4D3C9ACCF}" dt="2025-12-08T01:35:54.047" v="4" actId="20577"/>
          <ac:spMkLst>
            <pc:docMk/>
            <pc:sldMk cId="109857222" sldId="256"/>
            <ac:spMk id="2" creationId="{00000000-0000-0000-0000-000000000000}"/>
          </ac:spMkLst>
        </pc:spChg>
        <pc:spChg chg="mod">
          <ac:chgData name="Nguyen Thi Khanh Huyen D25CN09" userId="S::huyenntk.b25dtcn247@stu.ptit.edu.vn::2ac86dda-d22a-4179-9445-af9c6edc7ed9" providerId="AD" clId="Web-{E7D523FF-DB03-CFF7-96EB-C7B4D3C9ACCF}" dt="2025-12-08T01:35:49.500" v="3"/>
          <ac:spMkLst>
            <pc:docMk/>
            <pc:sldMk cId="109857222" sldId="256"/>
            <ac:spMk id="3" creationId="{00000000-0000-0000-0000-000000000000}"/>
          </ac:spMkLst>
        </pc:spChg>
        <pc:spChg chg="add">
          <ac:chgData name="Nguyen Thi Khanh Huyen D25CN09" userId="S::huyenntk.b25dtcn247@stu.ptit.edu.vn::2ac86dda-d22a-4179-9445-af9c6edc7ed9" providerId="AD" clId="Web-{E7D523FF-DB03-CFF7-96EB-C7B4D3C9ACCF}" dt="2025-12-08T01:35:49.500" v="3"/>
          <ac:spMkLst>
            <pc:docMk/>
            <pc:sldMk cId="109857222" sldId="256"/>
            <ac:spMk id="9" creationId="{5964CBE2-084A-47DF-A704-CF5F6217B569}"/>
          </ac:spMkLst>
        </pc:spChg>
        <pc:spChg chg="add">
          <ac:chgData name="Nguyen Thi Khanh Huyen D25CN09" userId="S::huyenntk.b25dtcn247@stu.ptit.edu.vn::2ac86dda-d22a-4179-9445-af9c6edc7ed9" providerId="AD" clId="Web-{E7D523FF-DB03-CFF7-96EB-C7B4D3C9ACCF}" dt="2025-12-08T01:35:49.500" v="3"/>
          <ac:spMkLst>
            <pc:docMk/>
            <pc:sldMk cId="109857222" sldId="256"/>
            <ac:spMk id="11" creationId="{686A5CBB-E03B-4019-8BCD-78975D39E48C}"/>
          </ac:spMkLst>
        </pc:spChg>
        <pc:spChg chg="add">
          <ac:chgData name="Nguyen Thi Khanh Huyen D25CN09" userId="S::huyenntk.b25dtcn247@stu.ptit.edu.vn::2ac86dda-d22a-4179-9445-af9c6edc7ed9" providerId="AD" clId="Web-{E7D523FF-DB03-CFF7-96EB-C7B4D3C9ACCF}" dt="2025-12-08T01:35:49.500" v="3"/>
          <ac:spMkLst>
            <pc:docMk/>
            <pc:sldMk cId="109857222" sldId="256"/>
            <ac:spMk id="13" creationId="{94993204-9792-4E61-A83C-73D4379E2B1C}"/>
          </ac:spMkLst>
        </pc:spChg>
        <pc:picChg chg="add mod">
          <ac:chgData name="Nguyen Thi Khanh Huyen D25CN09" userId="S::huyenntk.b25dtcn247@stu.ptit.edu.vn::2ac86dda-d22a-4179-9445-af9c6edc7ed9" providerId="AD" clId="Web-{E7D523FF-DB03-CFF7-96EB-C7B4D3C9ACCF}" dt="2025-12-08T01:35:49.500" v="3"/>
          <ac:picMkLst>
            <pc:docMk/>
            <pc:sldMk cId="109857222" sldId="256"/>
            <ac:picMk id="4" creationId="{C0B190C4-2B73-D266-8C45-1C586F01C60C}"/>
          </ac:picMkLst>
        </pc:picChg>
      </pc:sldChg>
      <pc:sldChg chg="addSp modSp new mod setBg">
        <pc:chgData name="Nguyen Thi Khanh Huyen D25CN09" userId="S::huyenntk.b25dtcn247@stu.ptit.edu.vn::2ac86dda-d22a-4179-9445-af9c6edc7ed9" providerId="AD" clId="Web-{E7D523FF-DB03-CFF7-96EB-C7B4D3C9ACCF}" dt="2025-12-08T01:40:45.385" v="63" actId="20577"/>
        <pc:sldMkLst>
          <pc:docMk/>
          <pc:sldMk cId="966249767" sldId="257"/>
        </pc:sldMkLst>
        <pc:spChg chg="mod">
          <ac:chgData name="Nguyen Thi Khanh Huyen D25CN09" userId="S::huyenntk.b25dtcn247@stu.ptit.edu.vn::2ac86dda-d22a-4179-9445-af9c6edc7ed9" providerId="AD" clId="Web-{E7D523FF-DB03-CFF7-96EB-C7B4D3C9ACCF}" dt="2025-12-08T01:40:45.385" v="63" actId="20577"/>
          <ac:spMkLst>
            <pc:docMk/>
            <pc:sldMk cId="966249767" sldId="257"/>
            <ac:spMk id="2" creationId="{713D5401-379E-3ADB-C124-32324B9F0F5D}"/>
          </ac:spMkLst>
        </pc:spChg>
        <pc:spChg chg="mod">
          <ac:chgData name="Nguyen Thi Khanh Huyen D25CN09" userId="S::huyenntk.b25dtcn247@stu.ptit.edu.vn::2ac86dda-d22a-4179-9445-af9c6edc7ed9" providerId="AD" clId="Web-{E7D523FF-DB03-CFF7-96EB-C7B4D3C9ACCF}" dt="2025-12-08T01:40:28.196" v="55"/>
          <ac:spMkLst>
            <pc:docMk/>
            <pc:sldMk cId="966249767" sldId="257"/>
            <ac:spMk id="3" creationId="{56AC5307-397B-2F1A-EF4B-28468534F097}"/>
          </ac:spMkLst>
        </pc:spChg>
        <pc:spChg chg="add">
          <ac:chgData name="Nguyen Thi Khanh Huyen D25CN09" userId="S::huyenntk.b25dtcn247@stu.ptit.edu.vn::2ac86dda-d22a-4179-9445-af9c6edc7ed9" providerId="AD" clId="Web-{E7D523FF-DB03-CFF7-96EB-C7B4D3C9ACCF}" dt="2025-12-08T01:40:28.196" v="55"/>
          <ac:spMkLst>
            <pc:docMk/>
            <pc:sldMk cId="966249767" sldId="257"/>
            <ac:spMk id="9" creationId="{4F7EBAE4-9945-4473-9E34-B2C66EA0F03D}"/>
          </ac:spMkLst>
        </pc:spChg>
        <pc:spChg chg="add">
          <ac:chgData name="Nguyen Thi Khanh Huyen D25CN09" userId="S::huyenntk.b25dtcn247@stu.ptit.edu.vn::2ac86dda-d22a-4179-9445-af9c6edc7ed9" providerId="AD" clId="Web-{E7D523FF-DB03-CFF7-96EB-C7B4D3C9ACCF}" dt="2025-12-08T01:40:28.196" v="55"/>
          <ac:spMkLst>
            <pc:docMk/>
            <pc:sldMk cId="966249767" sldId="257"/>
            <ac:spMk id="11" creationId="{70BEB1E7-2F88-40BC-B73D-42E5B6F80BFC}"/>
          </ac:spMkLst>
        </pc:spChg>
        <pc:spChg chg="add">
          <ac:chgData name="Nguyen Thi Khanh Huyen D25CN09" userId="S::huyenntk.b25dtcn247@stu.ptit.edu.vn::2ac86dda-d22a-4179-9445-af9c6edc7ed9" providerId="AD" clId="Web-{E7D523FF-DB03-CFF7-96EB-C7B4D3C9ACCF}" dt="2025-12-08T01:40:28.196" v="55"/>
          <ac:spMkLst>
            <pc:docMk/>
            <pc:sldMk cId="966249767" sldId="257"/>
            <ac:spMk id="13" creationId="{A7B99495-F43F-4D80-A44F-2CB4764EB90B}"/>
          </ac:spMkLst>
        </pc:spChg>
        <pc:picChg chg="add mod">
          <ac:chgData name="Nguyen Thi Khanh Huyen D25CN09" userId="S::huyenntk.b25dtcn247@stu.ptit.edu.vn::2ac86dda-d22a-4179-9445-af9c6edc7ed9" providerId="AD" clId="Web-{E7D523FF-DB03-CFF7-96EB-C7B4D3C9ACCF}" dt="2025-12-08T01:40:41.291" v="60" actId="1076"/>
          <ac:picMkLst>
            <pc:docMk/>
            <pc:sldMk cId="966249767" sldId="257"/>
            <ac:picMk id="4" creationId="{A95B659A-5F47-3CDC-7F09-0BC1433A08E0}"/>
          </ac:picMkLst>
        </pc:picChg>
      </pc:sldChg>
      <pc:sldChg chg="addSp modSp new mod setBg">
        <pc:chgData name="Nguyen Thi Khanh Huyen D25CN09" userId="S::huyenntk.b25dtcn247@stu.ptit.edu.vn::2ac86dda-d22a-4179-9445-af9c6edc7ed9" providerId="AD" clId="Web-{E7D523FF-DB03-CFF7-96EB-C7B4D3C9ACCF}" dt="2025-12-08T01:41:57.938" v="76" actId="20577"/>
        <pc:sldMkLst>
          <pc:docMk/>
          <pc:sldMk cId="1401533366" sldId="258"/>
        </pc:sldMkLst>
        <pc:spChg chg="mod">
          <ac:chgData name="Nguyen Thi Khanh Huyen D25CN09" userId="S::huyenntk.b25dtcn247@stu.ptit.edu.vn::2ac86dda-d22a-4179-9445-af9c6edc7ed9" providerId="AD" clId="Web-{E7D523FF-DB03-CFF7-96EB-C7B4D3C9ACCF}" dt="2025-12-08T01:41:51.250" v="74"/>
          <ac:spMkLst>
            <pc:docMk/>
            <pc:sldMk cId="1401533366" sldId="258"/>
            <ac:spMk id="2" creationId="{5449EAEB-26D8-0D5E-A74D-6745C379B115}"/>
          </ac:spMkLst>
        </pc:spChg>
        <pc:spChg chg="mod">
          <ac:chgData name="Nguyen Thi Khanh Huyen D25CN09" userId="S::huyenntk.b25dtcn247@stu.ptit.edu.vn::2ac86dda-d22a-4179-9445-af9c6edc7ed9" providerId="AD" clId="Web-{E7D523FF-DB03-CFF7-96EB-C7B4D3C9ACCF}" dt="2025-12-08T01:41:57.938" v="76" actId="20577"/>
          <ac:spMkLst>
            <pc:docMk/>
            <pc:sldMk cId="1401533366" sldId="258"/>
            <ac:spMk id="3" creationId="{5D25650F-253A-A5D9-34D0-F6980DD0C667}"/>
          </ac:spMkLst>
        </pc:spChg>
        <pc:spChg chg="add">
          <ac:chgData name="Nguyen Thi Khanh Huyen D25CN09" userId="S::huyenntk.b25dtcn247@stu.ptit.edu.vn::2ac86dda-d22a-4179-9445-af9c6edc7ed9" providerId="AD" clId="Web-{E7D523FF-DB03-CFF7-96EB-C7B4D3C9ACCF}" dt="2025-12-08T01:41:51.250" v="74"/>
          <ac:spMkLst>
            <pc:docMk/>
            <pc:sldMk cId="1401533366" sldId="258"/>
            <ac:spMk id="9" creationId="{058A14AF-9FB5-4CC7-BA35-E8E85D3EDF0E}"/>
          </ac:spMkLst>
        </pc:spChg>
        <pc:spChg chg="add">
          <ac:chgData name="Nguyen Thi Khanh Huyen D25CN09" userId="S::huyenntk.b25dtcn247@stu.ptit.edu.vn::2ac86dda-d22a-4179-9445-af9c6edc7ed9" providerId="AD" clId="Web-{E7D523FF-DB03-CFF7-96EB-C7B4D3C9ACCF}" dt="2025-12-08T01:41:51.250" v="74"/>
          <ac:spMkLst>
            <pc:docMk/>
            <pc:sldMk cId="1401533366" sldId="258"/>
            <ac:spMk id="11" creationId="{3A9A4357-BD1D-4622-A4FE-766E6AB8DE84}"/>
          </ac:spMkLst>
        </pc:spChg>
        <pc:spChg chg="add">
          <ac:chgData name="Nguyen Thi Khanh Huyen D25CN09" userId="S::huyenntk.b25dtcn247@stu.ptit.edu.vn::2ac86dda-d22a-4179-9445-af9c6edc7ed9" providerId="AD" clId="Web-{E7D523FF-DB03-CFF7-96EB-C7B4D3C9ACCF}" dt="2025-12-08T01:41:51.250" v="74"/>
          <ac:spMkLst>
            <pc:docMk/>
            <pc:sldMk cId="1401533366" sldId="258"/>
            <ac:spMk id="13" creationId="{E659831F-0D9A-4C63-9EBB-8435B85A440F}"/>
          </ac:spMkLst>
        </pc:spChg>
        <pc:spChg chg="add">
          <ac:chgData name="Nguyen Thi Khanh Huyen D25CN09" userId="S::huyenntk.b25dtcn247@stu.ptit.edu.vn::2ac86dda-d22a-4179-9445-af9c6edc7ed9" providerId="AD" clId="Web-{E7D523FF-DB03-CFF7-96EB-C7B4D3C9ACCF}" dt="2025-12-08T01:41:51.250" v="74"/>
          <ac:spMkLst>
            <pc:docMk/>
            <pc:sldMk cId="1401533366" sldId="258"/>
            <ac:spMk id="15" creationId="{E6995CE5-F890-4ABA-82A2-26507CE8D2A3}"/>
          </ac:spMkLst>
        </pc:spChg>
        <pc:picChg chg="add mod">
          <ac:chgData name="Nguyen Thi Khanh Huyen D25CN09" userId="S::huyenntk.b25dtcn247@stu.ptit.edu.vn::2ac86dda-d22a-4179-9445-af9c6edc7ed9" providerId="AD" clId="Web-{E7D523FF-DB03-CFF7-96EB-C7B4D3C9ACCF}" dt="2025-12-08T01:41:51.250" v="74"/>
          <ac:picMkLst>
            <pc:docMk/>
            <pc:sldMk cId="1401533366" sldId="258"/>
            <ac:picMk id="4" creationId="{1309AC0B-620A-1638-F5A9-7AA308CBCA2C}"/>
          </ac:picMkLst>
        </pc:picChg>
      </pc:sldChg>
      <pc:sldChg chg="addSp delSp modSp new mod setBg">
        <pc:chgData name="Nguyen Thi Khanh Huyen D25CN09" userId="S::huyenntk.b25dtcn247@stu.ptit.edu.vn::2ac86dda-d22a-4179-9445-af9c6edc7ed9" providerId="AD" clId="Web-{E7D523FF-DB03-CFF7-96EB-C7B4D3C9ACCF}" dt="2025-12-08T01:43:49.883" v="103" actId="20577"/>
        <pc:sldMkLst>
          <pc:docMk/>
          <pc:sldMk cId="4062239648" sldId="259"/>
        </pc:sldMkLst>
        <pc:spChg chg="mod">
          <ac:chgData name="Nguyen Thi Khanh Huyen D25CN09" userId="S::huyenntk.b25dtcn247@stu.ptit.edu.vn::2ac86dda-d22a-4179-9445-af9c6edc7ed9" providerId="AD" clId="Web-{E7D523FF-DB03-CFF7-96EB-C7B4D3C9ACCF}" dt="2025-12-08T01:43:49.883" v="103" actId="20577"/>
          <ac:spMkLst>
            <pc:docMk/>
            <pc:sldMk cId="4062239648" sldId="259"/>
            <ac:spMk id="2" creationId="{965DD578-5A9B-BC39-2894-782395429B92}"/>
          </ac:spMkLst>
        </pc:spChg>
        <pc:spChg chg="del">
          <ac:chgData name="Nguyen Thi Khanh Huyen D25CN09" userId="S::huyenntk.b25dtcn247@stu.ptit.edu.vn::2ac86dda-d22a-4179-9445-af9c6edc7ed9" providerId="AD" clId="Web-{E7D523FF-DB03-CFF7-96EB-C7B4D3C9ACCF}" dt="2025-12-08T01:42:08.064" v="80"/>
          <ac:spMkLst>
            <pc:docMk/>
            <pc:sldMk cId="4062239648" sldId="259"/>
            <ac:spMk id="3" creationId="{7B8A2AA7-A997-7CE8-07FF-F7139BC11892}"/>
          </ac:spMkLst>
        </pc:spChg>
        <pc:spChg chg="add mod">
          <ac:chgData name="Nguyen Thi Khanh Huyen D25CN09" userId="S::huyenntk.b25dtcn247@stu.ptit.edu.vn::2ac86dda-d22a-4179-9445-af9c6edc7ed9" providerId="AD" clId="Web-{E7D523FF-DB03-CFF7-96EB-C7B4D3C9ACCF}" dt="2025-12-08T01:43:36.757" v="99" actId="20577"/>
          <ac:spMkLst>
            <pc:docMk/>
            <pc:sldMk cId="4062239648" sldId="259"/>
            <ac:spMk id="12" creationId="{913A06A2-C0FF-89D2-8252-71A470D3300B}"/>
          </ac:spMkLst>
        </pc:spChg>
        <pc:spChg chg="add del">
          <ac:chgData name="Nguyen Thi Khanh Huyen D25CN09" userId="S::huyenntk.b25dtcn247@stu.ptit.edu.vn::2ac86dda-d22a-4179-9445-af9c6edc7ed9" providerId="AD" clId="Web-{E7D523FF-DB03-CFF7-96EB-C7B4D3C9ACCF}" dt="2025-12-08T01:43:14.287" v="88"/>
          <ac:spMkLst>
            <pc:docMk/>
            <pc:sldMk cId="4062239648" sldId="259"/>
            <ac:spMk id="25" creationId="{058A14AF-9FB5-4CC7-BA35-E8E85D3EDF0E}"/>
          </ac:spMkLst>
        </pc:spChg>
        <pc:spChg chg="add del">
          <ac:chgData name="Nguyen Thi Khanh Huyen D25CN09" userId="S::huyenntk.b25dtcn247@stu.ptit.edu.vn::2ac86dda-d22a-4179-9445-af9c6edc7ed9" providerId="AD" clId="Web-{E7D523FF-DB03-CFF7-96EB-C7B4D3C9ACCF}" dt="2025-12-08T01:43:14.287" v="88"/>
          <ac:spMkLst>
            <pc:docMk/>
            <pc:sldMk cId="4062239648" sldId="259"/>
            <ac:spMk id="27" creationId="{3A9A4357-BD1D-4622-A4FE-766E6AB8DE84}"/>
          </ac:spMkLst>
        </pc:spChg>
        <pc:spChg chg="add del">
          <ac:chgData name="Nguyen Thi Khanh Huyen D25CN09" userId="S::huyenntk.b25dtcn247@stu.ptit.edu.vn::2ac86dda-d22a-4179-9445-af9c6edc7ed9" providerId="AD" clId="Web-{E7D523FF-DB03-CFF7-96EB-C7B4D3C9ACCF}" dt="2025-12-08T01:43:14.287" v="88"/>
          <ac:spMkLst>
            <pc:docMk/>
            <pc:sldMk cId="4062239648" sldId="259"/>
            <ac:spMk id="29" creationId="{E659831F-0D9A-4C63-9EBB-8435B85A440F}"/>
          </ac:spMkLst>
        </pc:spChg>
        <pc:spChg chg="add del">
          <ac:chgData name="Nguyen Thi Khanh Huyen D25CN09" userId="S::huyenntk.b25dtcn247@stu.ptit.edu.vn::2ac86dda-d22a-4179-9445-af9c6edc7ed9" providerId="AD" clId="Web-{E7D523FF-DB03-CFF7-96EB-C7B4D3C9ACCF}" dt="2025-12-08T01:43:14.287" v="88"/>
          <ac:spMkLst>
            <pc:docMk/>
            <pc:sldMk cId="4062239648" sldId="259"/>
            <ac:spMk id="31" creationId="{E6995CE5-F890-4ABA-82A2-26507CE8D2A3}"/>
          </ac:spMkLst>
        </pc:spChg>
        <pc:spChg chg="add del">
          <ac:chgData name="Nguyen Thi Khanh Huyen D25CN09" userId="S::huyenntk.b25dtcn247@stu.ptit.edu.vn::2ac86dda-d22a-4179-9445-af9c6edc7ed9" providerId="AD" clId="Web-{E7D523FF-DB03-CFF7-96EB-C7B4D3C9ACCF}" dt="2025-12-08T01:43:16.647" v="90"/>
          <ac:spMkLst>
            <pc:docMk/>
            <pc:sldMk cId="4062239648" sldId="259"/>
            <ac:spMk id="33" creationId="{2C1BBA94-3F40-40AA-8BB9-E69E25E537C1}"/>
          </ac:spMkLst>
        </pc:spChg>
        <pc:spChg chg="add del">
          <ac:chgData name="Nguyen Thi Khanh Huyen D25CN09" userId="S::huyenntk.b25dtcn247@stu.ptit.edu.vn::2ac86dda-d22a-4179-9445-af9c6edc7ed9" providerId="AD" clId="Web-{E7D523FF-DB03-CFF7-96EB-C7B4D3C9ACCF}" dt="2025-12-08T01:43:16.647" v="90"/>
          <ac:spMkLst>
            <pc:docMk/>
            <pc:sldMk cId="4062239648" sldId="259"/>
            <ac:spMk id="34" creationId="{DBC6133C-0615-4CE4-9132-37E609A9BDFA}"/>
          </ac:spMkLst>
        </pc:spChg>
        <pc:spChg chg="add del">
          <ac:chgData name="Nguyen Thi Khanh Huyen D25CN09" userId="S::huyenntk.b25dtcn247@stu.ptit.edu.vn::2ac86dda-d22a-4179-9445-af9c6edc7ed9" providerId="AD" clId="Web-{E7D523FF-DB03-CFF7-96EB-C7B4D3C9ACCF}" dt="2025-12-08T01:43:16.647" v="90"/>
          <ac:spMkLst>
            <pc:docMk/>
            <pc:sldMk cId="4062239648" sldId="259"/>
            <ac:spMk id="35" creationId="{169CC832-2974-4E8D-90ED-3E2941BA7336}"/>
          </ac:spMkLst>
        </pc:spChg>
        <pc:spChg chg="add del">
          <ac:chgData name="Nguyen Thi Khanh Huyen D25CN09" userId="S::huyenntk.b25dtcn247@stu.ptit.edu.vn::2ac86dda-d22a-4179-9445-af9c6edc7ed9" providerId="AD" clId="Web-{E7D523FF-DB03-CFF7-96EB-C7B4D3C9ACCF}" dt="2025-12-08T01:43:16.647" v="90"/>
          <ac:spMkLst>
            <pc:docMk/>
            <pc:sldMk cId="4062239648" sldId="259"/>
            <ac:spMk id="36" creationId="{55222F96-971A-4F90-B841-6BAB416C7AC1}"/>
          </ac:spMkLst>
        </pc:spChg>
        <pc:spChg chg="add del">
          <ac:chgData name="Nguyen Thi Khanh Huyen D25CN09" userId="S::huyenntk.b25dtcn247@stu.ptit.edu.vn::2ac86dda-d22a-4179-9445-af9c6edc7ed9" providerId="AD" clId="Web-{E7D523FF-DB03-CFF7-96EB-C7B4D3C9ACCF}" dt="2025-12-08T01:43:16.647" v="90"/>
          <ac:spMkLst>
            <pc:docMk/>
            <pc:sldMk cId="4062239648" sldId="259"/>
            <ac:spMk id="37" creationId="{08980754-6F4B-43C9-B9BE-127B6BED6586}"/>
          </ac:spMkLst>
        </pc:spChg>
        <pc:spChg chg="add del">
          <ac:chgData name="Nguyen Thi Khanh Huyen D25CN09" userId="S::huyenntk.b25dtcn247@stu.ptit.edu.vn::2ac86dda-d22a-4179-9445-af9c6edc7ed9" providerId="AD" clId="Web-{E7D523FF-DB03-CFF7-96EB-C7B4D3C9ACCF}" dt="2025-12-08T01:43:19.131" v="92"/>
          <ac:spMkLst>
            <pc:docMk/>
            <pc:sldMk cId="4062239648" sldId="259"/>
            <ac:spMk id="39" creationId="{058A14AF-9FB5-4CC7-BA35-E8E85D3EDF0E}"/>
          </ac:spMkLst>
        </pc:spChg>
        <pc:spChg chg="add del">
          <ac:chgData name="Nguyen Thi Khanh Huyen D25CN09" userId="S::huyenntk.b25dtcn247@stu.ptit.edu.vn::2ac86dda-d22a-4179-9445-af9c6edc7ed9" providerId="AD" clId="Web-{E7D523FF-DB03-CFF7-96EB-C7B4D3C9ACCF}" dt="2025-12-08T01:43:19.131" v="92"/>
          <ac:spMkLst>
            <pc:docMk/>
            <pc:sldMk cId="4062239648" sldId="259"/>
            <ac:spMk id="40" creationId="{3A9A4357-BD1D-4622-A4FE-766E6AB8DE84}"/>
          </ac:spMkLst>
        </pc:spChg>
        <pc:spChg chg="add del">
          <ac:chgData name="Nguyen Thi Khanh Huyen D25CN09" userId="S::huyenntk.b25dtcn247@stu.ptit.edu.vn::2ac86dda-d22a-4179-9445-af9c6edc7ed9" providerId="AD" clId="Web-{E7D523FF-DB03-CFF7-96EB-C7B4D3C9ACCF}" dt="2025-12-08T01:43:19.131" v="92"/>
          <ac:spMkLst>
            <pc:docMk/>
            <pc:sldMk cId="4062239648" sldId="259"/>
            <ac:spMk id="41" creationId="{E659831F-0D9A-4C63-9EBB-8435B85A440F}"/>
          </ac:spMkLst>
        </pc:spChg>
        <pc:spChg chg="add del">
          <ac:chgData name="Nguyen Thi Khanh Huyen D25CN09" userId="S::huyenntk.b25dtcn247@stu.ptit.edu.vn::2ac86dda-d22a-4179-9445-af9c6edc7ed9" providerId="AD" clId="Web-{E7D523FF-DB03-CFF7-96EB-C7B4D3C9ACCF}" dt="2025-12-08T01:43:19.131" v="92"/>
          <ac:spMkLst>
            <pc:docMk/>
            <pc:sldMk cId="4062239648" sldId="259"/>
            <ac:spMk id="42" creationId="{E6995CE5-F890-4ABA-82A2-26507CE8D2A3}"/>
          </ac:spMkLst>
        </pc:spChg>
        <pc:spChg chg="add">
          <ac:chgData name="Nguyen Thi Khanh Huyen D25CN09" userId="S::huyenntk.b25dtcn247@stu.ptit.edu.vn::2ac86dda-d22a-4179-9445-af9c6edc7ed9" providerId="AD" clId="Web-{E7D523FF-DB03-CFF7-96EB-C7B4D3C9ACCF}" dt="2025-12-08T01:43:19.131" v="93"/>
          <ac:spMkLst>
            <pc:docMk/>
            <pc:sldMk cId="4062239648" sldId="259"/>
            <ac:spMk id="44" creationId="{DBC6133C-0615-4CE4-9132-37E609A9BDFA}"/>
          </ac:spMkLst>
        </pc:spChg>
        <pc:spChg chg="add">
          <ac:chgData name="Nguyen Thi Khanh Huyen D25CN09" userId="S::huyenntk.b25dtcn247@stu.ptit.edu.vn::2ac86dda-d22a-4179-9445-af9c6edc7ed9" providerId="AD" clId="Web-{E7D523FF-DB03-CFF7-96EB-C7B4D3C9ACCF}" dt="2025-12-08T01:43:19.131" v="93"/>
          <ac:spMkLst>
            <pc:docMk/>
            <pc:sldMk cId="4062239648" sldId="259"/>
            <ac:spMk id="45" creationId="{169CC832-2974-4E8D-90ED-3E2941BA7336}"/>
          </ac:spMkLst>
        </pc:spChg>
        <pc:spChg chg="add">
          <ac:chgData name="Nguyen Thi Khanh Huyen D25CN09" userId="S::huyenntk.b25dtcn247@stu.ptit.edu.vn::2ac86dda-d22a-4179-9445-af9c6edc7ed9" providerId="AD" clId="Web-{E7D523FF-DB03-CFF7-96EB-C7B4D3C9ACCF}" dt="2025-12-08T01:43:19.131" v="93"/>
          <ac:spMkLst>
            <pc:docMk/>
            <pc:sldMk cId="4062239648" sldId="259"/>
            <ac:spMk id="46" creationId="{55222F96-971A-4F90-B841-6BAB416C7AC1}"/>
          </ac:spMkLst>
        </pc:spChg>
        <pc:spChg chg="add">
          <ac:chgData name="Nguyen Thi Khanh Huyen D25CN09" userId="S::huyenntk.b25dtcn247@stu.ptit.edu.vn::2ac86dda-d22a-4179-9445-af9c6edc7ed9" providerId="AD" clId="Web-{E7D523FF-DB03-CFF7-96EB-C7B4D3C9ACCF}" dt="2025-12-08T01:43:19.131" v="93"/>
          <ac:spMkLst>
            <pc:docMk/>
            <pc:sldMk cId="4062239648" sldId="259"/>
            <ac:spMk id="47" creationId="{08980754-6F4B-43C9-B9BE-127B6BED6586}"/>
          </ac:spMkLst>
        </pc:spChg>
        <pc:spChg chg="add">
          <ac:chgData name="Nguyen Thi Khanh Huyen D25CN09" userId="S::huyenntk.b25dtcn247@stu.ptit.edu.vn::2ac86dda-d22a-4179-9445-af9c6edc7ed9" providerId="AD" clId="Web-{E7D523FF-DB03-CFF7-96EB-C7B4D3C9ACCF}" dt="2025-12-08T01:43:19.131" v="93"/>
          <ac:spMkLst>
            <pc:docMk/>
            <pc:sldMk cId="4062239648" sldId="259"/>
            <ac:spMk id="48" creationId="{2C1BBA94-3F40-40AA-8BB9-E69E25E537C1}"/>
          </ac:spMkLst>
        </pc:spChg>
        <pc:graphicFrameChg chg="add del mod ord modGraphic">
          <ac:chgData name="Nguyen Thi Khanh Huyen D25CN09" userId="S::huyenntk.b25dtcn247@stu.ptit.edu.vn::2ac86dda-d22a-4179-9445-af9c6edc7ed9" providerId="AD" clId="Web-{E7D523FF-DB03-CFF7-96EB-C7B4D3C9ACCF}" dt="2025-12-08T01:42:18.315" v="81"/>
          <ac:graphicFrameMkLst>
            <pc:docMk/>
            <pc:sldMk cId="4062239648" sldId="259"/>
            <ac:graphicFrameMk id="4" creationId="{4E2AEB1D-3354-54B8-53DC-6B6FE60E83FF}"/>
          </ac:graphicFrameMkLst>
        </pc:graphicFrameChg>
        <pc:graphicFrameChg chg="add del">
          <ac:chgData name="Nguyen Thi Khanh Huyen D25CN09" userId="S::huyenntk.b25dtcn247@stu.ptit.edu.vn::2ac86dda-d22a-4179-9445-af9c6edc7ed9" providerId="AD" clId="Web-{E7D523FF-DB03-CFF7-96EB-C7B4D3C9ACCF}" dt="2025-12-08T01:42:23.831" v="83"/>
          <ac:graphicFrameMkLst>
            <pc:docMk/>
            <pc:sldMk cId="4062239648" sldId="259"/>
            <ac:graphicFrameMk id="13" creationId="{4E2AEB1D-3354-54B8-53DC-6B6FE60E83FF}"/>
          </ac:graphicFrameMkLst>
        </pc:graphicFrameChg>
        <pc:picChg chg="add mod">
          <ac:chgData name="Nguyen Thi Khanh Huyen D25CN09" userId="S::huyenntk.b25dtcn247@stu.ptit.edu.vn::2ac86dda-d22a-4179-9445-af9c6edc7ed9" providerId="AD" clId="Web-{E7D523FF-DB03-CFF7-96EB-C7B4D3C9ACCF}" dt="2025-12-08T01:43:19.131" v="93"/>
          <ac:picMkLst>
            <pc:docMk/>
            <pc:sldMk cId="4062239648" sldId="259"/>
            <ac:picMk id="20" creationId="{4530EC7E-ABBB-3AF4-1F52-D0136B2878B2}"/>
          </ac:picMkLst>
        </pc:picChg>
      </pc:sldChg>
      <pc:sldChg chg="addSp delSp modSp new mod setBg">
        <pc:chgData name="Nguyen Thi Khanh Huyen D25CN09" userId="S::huyenntk.b25dtcn247@stu.ptit.edu.vn::2ac86dda-d22a-4179-9445-af9c6edc7ed9" providerId="AD" clId="Web-{E7D523FF-DB03-CFF7-96EB-C7B4D3C9ACCF}" dt="2025-12-08T01:45:02.433" v="114"/>
        <pc:sldMkLst>
          <pc:docMk/>
          <pc:sldMk cId="3015241595" sldId="260"/>
        </pc:sldMkLst>
        <pc:spChg chg="mod">
          <ac:chgData name="Nguyen Thi Khanh Huyen D25CN09" userId="S::huyenntk.b25dtcn247@stu.ptit.edu.vn::2ac86dda-d22a-4179-9445-af9c6edc7ed9" providerId="AD" clId="Web-{E7D523FF-DB03-CFF7-96EB-C7B4D3C9ACCF}" dt="2025-12-08T01:45:02.433" v="114"/>
          <ac:spMkLst>
            <pc:docMk/>
            <pc:sldMk cId="3015241595" sldId="260"/>
            <ac:spMk id="2" creationId="{BD0A8C97-CE4D-C9B9-C1CD-431CE6D8C799}"/>
          </ac:spMkLst>
        </pc:spChg>
        <pc:spChg chg="del">
          <ac:chgData name="Nguyen Thi Khanh Huyen D25CN09" userId="S::huyenntk.b25dtcn247@stu.ptit.edu.vn::2ac86dda-d22a-4179-9445-af9c6edc7ed9" providerId="AD" clId="Web-{E7D523FF-DB03-CFF7-96EB-C7B4D3C9ACCF}" dt="2025-12-08T01:44:52.667" v="113"/>
          <ac:spMkLst>
            <pc:docMk/>
            <pc:sldMk cId="3015241595" sldId="260"/>
            <ac:spMk id="3" creationId="{D7DEBC69-E237-EB22-10B9-AA2CB5F1B914}"/>
          </ac:spMkLst>
        </pc:spChg>
        <pc:spChg chg="add mod">
          <ac:chgData name="Nguyen Thi Khanh Huyen D25CN09" userId="S::huyenntk.b25dtcn247@stu.ptit.edu.vn::2ac86dda-d22a-4179-9445-af9c6edc7ed9" providerId="AD" clId="Web-{E7D523FF-DB03-CFF7-96EB-C7B4D3C9ACCF}" dt="2025-12-08T01:45:02.433" v="114"/>
          <ac:spMkLst>
            <pc:docMk/>
            <pc:sldMk cId="3015241595" sldId="260"/>
            <ac:spMk id="4" creationId="{40F398B9-677F-FCBA-0509-DF785F76392B}"/>
          </ac:spMkLst>
        </pc:spChg>
        <pc:spChg chg="add">
          <ac:chgData name="Nguyen Thi Khanh Huyen D25CN09" userId="S::huyenntk.b25dtcn247@stu.ptit.edu.vn::2ac86dda-d22a-4179-9445-af9c6edc7ed9" providerId="AD" clId="Web-{E7D523FF-DB03-CFF7-96EB-C7B4D3C9ACCF}" dt="2025-12-08T01:45:02.433" v="114"/>
          <ac:spMkLst>
            <pc:docMk/>
            <pc:sldMk cId="3015241595" sldId="260"/>
            <ac:spMk id="10" creationId="{058A14AF-9FB5-4CC7-BA35-E8E85D3EDF0E}"/>
          </ac:spMkLst>
        </pc:spChg>
        <pc:spChg chg="add">
          <ac:chgData name="Nguyen Thi Khanh Huyen D25CN09" userId="S::huyenntk.b25dtcn247@stu.ptit.edu.vn::2ac86dda-d22a-4179-9445-af9c6edc7ed9" providerId="AD" clId="Web-{E7D523FF-DB03-CFF7-96EB-C7B4D3C9ACCF}" dt="2025-12-08T01:45:02.433" v="114"/>
          <ac:spMkLst>
            <pc:docMk/>
            <pc:sldMk cId="3015241595" sldId="260"/>
            <ac:spMk id="12" creationId="{3A9A4357-BD1D-4622-A4FE-766E6AB8DE84}"/>
          </ac:spMkLst>
        </pc:spChg>
        <pc:spChg chg="add">
          <ac:chgData name="Nguyen Thi Khanh Huyen D25CN09" userId="S::huyenntk.b25dtcn247@stu.ptit.edu.vn::2ac86dda-d22a-4179-9445-af9c6edc7ed9" providerId="AD" clId="Web-{E7D523FF-DB03-CFF7-96EB-C7B4D3C9ACCF}" dt="2025-12-08T01:45:02.433" v="114"/>
          <ac:spMkLst>
            <pc:docMk/>
            <pc:sldMk cId="3015241595" sldId="260"/>
            <ac:spMk id="14" creationId="{E659831F-0D9A-4C63-9EBB-8435B85A440F}"/>
          </ac:spMkLst>
        </pc:spChg>
        <pc:spChg chg="add">
          <ac:chgData name="Nguyen Thi Khanh Huyen D25CN09" userId="S::huyenntk.b25dtcn247@stu.ptit.edu.vn::2ac86dda-d22a-4179-9445-af9c6edc7ed9" providerId="AD" clId="Web-{E7D523FF-DB03-CFF7-96EB-C7B4D3C9ACCF}" dt="2025-12-08T01:45:02.433" v="114"/>
          <ac:spMkLst>
            <pc:docMk/>
            <pc:sldMk cId="3015241595" sldId="260"/>
            <ac:spMk id="16" creationId="{E6995CE5-F890-4ABA-82A2-26507CE8D2A3}"/>
          </ac:spMkLst>
        </pc:spChg>
        <pc:picChg chg="add mod ord">
          <ac:chgData name="Nguyen Thi Khanh Huyen D25CN09" userId="S::huyenntk.b25dtcn247@stu.ptit.edu.vn::2ac86dda-d22a-4179-9445-af9c6edc7ed9" providerId="AD" clId="Web-{E7D523FF-DB03-CFF7-96EB-C7B4D3C9ACCF}" dt="2025-12-08T01:45:02.433" v="114"/>
          <ac:picMkLst>
            <pc:docMk/>
            <pc:sldMk cId="3015241595" sldId="260"/>
            <ac:picMk id="5" creationId="{3C63B519-1F4C-94C5-3016-BD80FF317EEC}"/>
          </ac:picMkLst>
        </pc:picChg>
      </pc:sldChg>
      <pc:sldChg chg="addSp modSp new mod setBg">
        <pc:chgData name="Nguyen Thi Khanh Huyen D25CN09" userId="S::huyenntk.b25dtcn247@stu.ptit.edu.vn::2ac86dda-d22a-4179-9445-af9c6edc7ed9" providerId="AD" clId="Web-{E7D523FF-DB03-CFF7-96EB-C7B4D3C9ACCF}" dt="2025-12-08T01:46:21.436" v="120"/>
        <pc:sldMkLst>
          <pc:docMk/>
          <pc:sldMk cId="1175953378" sldId="261"/>
        </pc:sldMkLst>
        <pc:spChg chg="mod">
          <ac:chgData name="Nguyen Thi Khanh Huyen D25CN09" userId="S::huyenntk.b25dtcn247@stu.ptit.edu.vn::2ac86dda-d22a-4179-9445-af9c6edc7ed9" providerId="AD" clId="Web-{E7D523FF-DB03-CFF7-96EB-C7B4D3C9ACCF}" dt="2025-12-08T01:46:21.436" v="120"/>
          <ac:spMkLst>
            <pc:docMk/>
            <pc:sldMk cId="1175953378" sldId="261"/>
            <ac:spMk id="2" creationId="{E3D0CB52-07E8-5C9E-21FC-1F2BB2F7FDE4}"/>
          </ac:spMkLst>
        </pc:spChg>
        <pc:spChg chg="mod">
          <ac:chgData name="Nguyen Thi Khanh Huyen D25CN09" userId="S::huyenntk.b25dtcn247@stu.ptit.edu.vn::2ac86dda-d22a-4179-9445-af9c6edc7ed9" providerId="AD" clId="Web-{E7D523FF-DB03-CFF7-96EB-C7B4D3C9ACCF}" dt="2025-12-08T01:46:21.436" v="120"/>
          <ac:spMkLst>
            <pc:docMk/>
            <pc:sldMk cId="1175953378" sldId="261"/>
            <ac:spMk id="3" creationId="{EE9F3FE7-AE70-9F89-7020-F2DB626AE3CF}"/>
          </ac:spMkLst>
        </pc:spChg>
        <pc:spChg chg="add">
          <ac:chgData name="Nguyen Thi Khanh Huyen D25CN09" userId="S::huyenntk.b25dtcn247@stu.ptit.edu.vn::2ac86dda-d22a-4179-9445-af9c6edc7ed9" providerId="AD" clId="Web-{E7D523FF-DB03-CFF7-96EB-C7B4D3C9ACCF}" dt="2025-12-08T01:46:21.436" v="120"/>
          <ac:spMkLst>
            <pc:docMk/>
            <pc:sldMk cId="1175953378" sldId="261"/>
            <ac:spMk id="9" creationId="{058A14AF-9FB5-4CC7-BA35-E8E85D3EDF0E}"/>
          </ac:spMkLst>
        </pc:spChg>
        <pc:spChg chg="add">
          <ac:chgData name="Nguyen Thi Khanh Huyen D25CN09" userId="S::huyenntk.b25dtcn247@stu.ptit.edu.vn::2ac86dda-d22a-4179-9445-af9c6edc7ed9" providerId="AD" clId="Web-{E7D523FF-DB03-CFF7-96EB-C7B4D3C9ACCF}" dt="2025-12-08T01:46:21.436" v="120"/>
          <ac:spMkLst>
            <pc:docMk/>
            <pc:sldMk cId="1175953378" sldId="261"/>
            <ac:spMk id="11" creationId="{3A9A4357-BD1D-4622-A4FE-766E6AB8DE84}"/>
          </ac:spMkLst>
        </pc:spChg>
        <pc:spChg chg="add">
          <ac:chgData name="Nguyen Thi Khanh Huyen D25CN09" userId="S::huyenntk.b25dtcn247@stu.ptit.edu.vn::2ac86dda-d22a-4179-9445-af9c6edc7ed9" providerId="AD" clId="Web-{E7D523FF-DB03-CFF7-96EB-C7B4D3C9ACCF}" dt="2025-12-08T01:46:21.436" v="120"/>
          <ac:spMkLst>
            <pc:docMk/>
            <pc:sldMk cId="1175953378" sldId="261"/>
            <ac:spMk id="13" creationId="{E659831F-0D9A-4C63-9EBB-8435B85A440F}"/>
          </ac:spMkLst>
        </pc:spChg>
        <pc:spChg chg="add">
          <ac:chgData name="Nguyen Thi Khanh Huyen D25CN09" userId="S::huyenntk.b25dtcn247@stu.ptit.edu.vn::2ac86dda-d22a-4179-9445-af9c6edc7ed9" providerId="AD" clId="Web-{E7D523FF-DB03-CFF7-96EB-C7B4D3C9ACCF}" dt="2025-12-08T01:46:21.436" v="120"/>
          <ac:spMkLst>
            <pc:docMk/>
            <pc:sldMk cId="1175953378" sldId="261"/>
            <ac:spMk id="15" creationId="{E6995CE5-F890-4ABA-82A2-26507CE8D2A3}"/>
          </ac:spMkLst>
        </pc:spChg>
        <pc:picChg chg="add mod">
          <ac:chgData name="Nguyen Thi Khanh Huyen D25CN09" userId="S::huyenntk.b25dtcn247@stu.ptit.edu.vn::2ac86dda-d22a-4179-9445-af9c6edc7ed9" providerId="AD" clId="Web-{E7D523FF-DB03-CFF7-96EB-C7B4D3C9ACCF}" dt="2025-12-08T01:46:21.436" v="120"/>
          <ac:picMkLst>
            <pc:docMk/>
            <pc:sldMk cId="1175953378" sldId="261"/>
            <ac:picMk id="4" creationId="{D6F55DB6-4611-C032-D45A-4DE533003001}"/>
          </ac:picMkLst>
        </pc:picChg>
      </pc:sldChg>
      <pc:sldChg chg="addSp modSp new mod setBg">
        <pc:chgData name="Nguyen Thi Khanh Huyen D25CN09" userId="S::huyenntk.b25dtcn247@stu.ptit.edu.vn::2ac86dda-d22a-4179-9445-af9c6edc7ed9" providerId="AD" clId="Web-{E7D523FF-DB03-CFF7-96EB-C7B4D3C9ACCF}" dt="2025-12-08T01:47:22.391" v="126"/>
        <pc:sldMkLst>
          <pc:docMk/>
          <pc:sldMk cId="1186283789" sldId="262"/>
        </pc:sldMkLst>
        <pc:spChg chg="mod">
          <ac:chgData name="Nguyen Thi Khanh Huyen D25CN09" userId="S::huyenntk.b25dtcn247@stu.ptit.edu.vn::2ac86dda-d22a-4179-9445-af9c6edc7ed9" providerId="AD" clId="Web-{E7D523FF-DB03-CFF7-96EB-C7B4D3C9ACCF}" dt="2025-12-08T01:47:22.391" v="126"/>
          <ac:spMkLst>
            <pc:docMk/>
            <pc:sldMk cId="1186283789" sldId="262"/>
            <ac:spMk id="2" creationId="{F9AE1DFD-13F4-76AC-01B3-2B790D186ED2}"/>
          </ac:spMkLst>
        </pc:spChg>
        <pc:spChg chg="mod">
          <ac:chgData name="Nguyen Thi Khanh Huyen D25CN09" userId="S::huyenntk.b25dtcn247@stu.ptit.edu.vn::2ac86dda-d22a-4179-9445-af9c6edc7ed9" providerId="AD" clId="Web-{E7D523FF-DB03-CFF7-96EB-C7B4D3C9ACCF}" dt="2025-12-08T01:47:22.391" v="126"/>
          <ac:spMkLst>
            <pc:docMk/>
            <pc:sldMk cId="1186283789" sldId="262"/>
            <ac:spMk id="3" creationId="{F9692AAD-BBB9-F34C-B644-DE8501D1025F}"/>
          </ac:spMkLst>
        </pc:spChg>
        <pc:spChg chg="add">
          <ac:chgData name="Nguyen Thi Khanh Huyen D25CN09" userId="S::huyenntk.b25dtcn247@stu.ptit.edu.vn::2ac86dda-d22a-4179-9445-af9c6edc7ed9" providerId="AD" clId="Web-{E7D523FF-DB03-CFF7-96EB-C7B4D3C9ACCF}" dt="2025-12-08T01:47:22.391" v="126"/>
          <ac:spMkLst>
            <pc:docMk/>
            <pc:sldMk cId="1186283789" sldId="262"/>
            <ac:spMk id="9" creationId="{058A14AF-9FB5-4CC7-BA35-E8E85D3EDF0E}"/>
          </ac:spMkLst>
        </pc:spChg>
        <pc:spChg chg="add">
          <ac:chgData name="Nguyen Thi Khanh Huyen D25CN09" userId="S::huyenntk.b25dtcn247@stu.ptit.edu.vn::2ac86dda-d22a-4179-9445-af9c6edc7ed9" providerId="AD" clId="Web-{E7D523FF-DB03-CFF7-96EB-C7B4D3C9ACCF}" dt="2025-12-08T01:47:22.391" v="126"/>
          <ac:spMkLst>
            <pc:docMk/>
            <pc:sldMk cId="1186283789" sldId="262"/>
            <ac:spMk id="11" creationId="{3A9A4357-BD1D-4622-A4FE-766E6AB8DE84}"/>
          </ac:spMkLst>
        </pc:spChg>
        <pc:spChg chg="add">
          <ac:chgData name="Nguyen Thi Khanh Huyen D25CN09" userId="S::huyenntk.b25dtcn247@stu.ptit.edu.vn::2ac86dda-d22a-4179-9445-af9c6edc7ed9" providerId="AD" clId="Web-{E7D523FF-DB03-CFF7-96EB-C7B4D3C9ACCF}" dt="2025-12-08T01:47:22.391" v="126"/>
          <ac:spMkLst>
            <pc:docMk/>
            <pc:sldMk cId="1186283789" sldId="262"/>
            <ac:spMk id="13" creationId="{E659831F-0D9A-4C63-9EBB-8435B85A440F}"/>
          </ac:spMkLst>
        </pc:spChg>
        <pc:spChg chg="add">
          <ac:chgData name="Nguyen Thi Khanh Huyen D25CN09" userId="S::huyenntk.b25dtcn247@stu.ptit.edu.vn::2ac86dda-d22a-4179-9445-af9c6edc7ed9" providerId="AD" clId="Web-{E7D523FF-DB03-CFF7-96EB-C7B4D3C9ACCF}" dt="2025-12-08T01:47:22.391" v="126"/>
          <ac:spMkLst>
            <pc:docMk/>
            <pc:sldMk cId="1186283789" sldId="262"/>
            <ac:spMk id="15" creationId="{E6995CE5-F890-4ABA-82A2-26507CE8D2A3}"/>
          </ac:spMkLst>
        </pc:spChg>
        <pc:picChg chg="add mod">
          <ac:chgData name="Nguyen Thi Khanh Huyen D25CN09" userId="S::huyenntk.b25dtcn247@stu.ptit.edu.vn::2ac86dda-d22a-4179-9445-af9c6edc7ed9" providerId="AD" clId="Web-{E7D523FF-DB03-CFF7-96EB-C7B4D3C9ACCF}" dt="2025-12-08T01:47:22.391" v="126"/>
          <ac:picMkLst>
            <pc:docMk/>
            <pc:sldMk cId="1186283789" sldId="262"/>
            <ac:picMk id="4" creationId="{DAB3059A-260A-50FC-B812-05C8852003A4}"/>
          </ac:picMkLst>
        </pc:picChg>
      </pc:sldChg>
      <pc:sldChg chg="addSp modSp new mod setBg">
        <pc:chgData name="Nguyen Thi Khanh Huyen D25CN09" userId="S::huyenntk.b25dtcn247@stu.ptit.edu.vn::2ac86dda-d22a-4179-9445-af9c6edc7ed9" providerId="AD" clId="Web-{E7D523FF-DB03-CFF7-96EB-C7B4D3C9ACCF}" dt="2025-12-08T01:48:16.190" v="131"/>
        <pc:sldMkLst>
          <pc:docMk/>
          <pc:sldMk cId="1283830816" sldId="263"/>
        </pc:sldMkLst>
        <pc:spChg chg="mod">
          <ac:chgData name="Nguyen Thi Khanh Huyen D25CN09" userId="S::huyenntk.b25dtcn247@stu.ptit.edu.vn::2ac86dda-d22a-4179-9445-af9c6edc7ed9" providerId="AD" clId="Web-{E7D523FF-DB03-CFF7-96EB-C7B4D3C9ACCF}" dt="2025-12-08T01:48:16.190" v="131"/>
          <ac:spMkLst>
            <pc:docMk/>
            <pc:sldMk cId="1283830816" sldId="263"/>
            <ac:spMk id="2" creationId="{0656173B-4B68-DC14-16B2-99D0796EEA0C}"/>
          </ac:spMkLst>
        </pc:spChg>
        <pc:spChg chg="mod">
          <ac:chgData name="Nguyen Thi Khanh Huyen D25CN09" userId="S::huyenntk.b25dtcn247@stu.ptit.edu.vn::2ac86dda-d22a-4179-9445-af9c6edc7ed9" providerId="AD" clId="Web-{E7D523FF-DB03-CFF7-96EB-C7B4D3C9ACCF}" dt="2025-12-08T01:48:16.190" v="131"/>
          <ac:spMkLst>
            <pc:docMk/>
            <pc:sldMk cId="1283830816" sldId="263"/>
            <ac:spMk id="3" creationId="{D84BB197-DEED-AF3A-0E80-63A630011F04}"/>
          </ac:spMkLst>
        </pc:spChg>
        <pc:spChg chg="add">
          <ac:chgData name="Nguyen Thi Khanh Huyen D25CN09" userId="S::huyenntk.b25dtcn247@stu.ptit.edu.vn::2ac86dda-d22a-4179-9445-af9c6edc7ed9" providerId="AD" clId="Web-{E7D523FF-DB03-CFF7-96EB-C7B4D3C9ACCF}" dt="2025-12-08T01:48:16.190" v="131"/>
          <ac:spMkLst>
            <pc:docMk/>
            <pc:sldMk cId="1283830816" sldId="263"/>
            <ac:spMk id="9" creationId="{058A14AF-9FB5-4CC7-BA35-E8E85D3EDF0E}"/>
          </ac:spMkLst>
        </pc:spChg>
        <pc:spChg chg="add">
          <ac:chgData name="Nguyen Thi Khanh Huyen D25CN09" userId="S::huyenntk.b25dtcn247@stu.ptit.edu.vn::2ac86dda-d22a-4179-9445-af9c6edc7ed9" providerId="AD" clId="Web-{E7D523FF-DB03-CFF7-96EB-C7B4D3C9ACCF}" dt="2025-12-08T01:48:16.190" v="131"/>
          <ac:spMkLst>
            <pc:docMk/>
            <pc:sldMk cId="1283830816" sldId="263"/>
            <ac:spMk id="11" creationId="{3A9A4357-BD1D-4622-A4FE-766E6AB8DE84}"/>
          </ac:spMkLst>
        </pc:spChg>
        <pc:spChg chg="add">
          <ac:chgData name="Nguyen Thi Khanh Huyen D25CN09" userId="S::huyenntk.b25dtcn247@stu.ptit.edu.vn::2ac86dda-d22a-4179-9445-af9c6edc7ed9" providerId="AD" clId="Web-{E7D523FF-DB03-CFF7-96EB-C7B4D3C9ACCF}" dt="2025-12-08T01:48:16.190" v="131"/>
          <ac:spMkLst>
            <pc:docMk/>
            <pc:sldMk cId="1283830816" sldId="263"/>
            <ac:spMk id="13" creationId="{E659831F-0D9A-4C63-9EBB-8435B85A440F}"/>
          </ac:spMkLst>
        </pc:spChg>
        <pc:spChg chg="add">
          <ac:chgData name="Nguyen Thi Khanh Huyen D25CN09" userId="S::huyenntk.b25dtcn247@stu.ptit.edu.vn::2ac86dda-d22a-4179-9445-af9c6edc7ed9" providerId="AD" clId="Web-{E7D523FF-DB03-CFF7-96EB-C7B4D3C9ACCF}" dt="2025-12-08T01:48:16.190" v="131"/>
          <ac:spMkLst>
            <pc:docMk/>
            <pc:sldMk cId="1283830816" sldId="263"/>
            <ac:spMk id="15" creationId="{E6995CE5-F890-4ABA-82A2-26507CE8D2A3}"/>
          </ac:spMkLst>
        </pc:spChg>
        <pc:picChg chg="add mod">
          <ac:chgData name="Nguyen Thi Khanh Huyen D25CN09" userId="S::huyenntk.b25dtcn247@stu.ptit.edu.vn::2ac86dda-d22a-4179-9445-af9c6edc7ed9" providerId="AD" clId="Web-{E7D523FF-DB03-CFF7-96EB-C7B4D3C9ACCF}" dt="2025-12-08T01:48:16.190" v="131"/>
          <ac:picMkLst>
            <pc:docMk/>
            <pc:sldMk cId="1283830816" sldId="263"/>
            <ac:picMk id="4" creationId="{5A0BE5D6-A16F-62B9-167D-381FAEC0FD68}"/>
          </ac:picMkLst>
        </pc:picChg>
      </pc:sldChg>
      <pc:sldChg chg="new">
        <pc:chgData name="Nguyen Thi Khanh Huyen D25CN09" userId="S::huyenntk.b25dtcn247@stu.ptit.edu.vn::2ac86dda-d22a-4179-9445-af9c6edc7ed9" providerId="AD" clId="Web-{E7D523FF-DB03-CFF7-96EB-C7B4D3C9ACCF}" dt="2025-12-08T01:48:47.315" v="132"/>
        <pc:sldMkLst>
          <pc:docMk/>
          <pc:sldMk cId="1876230414" sldId="264"/>
        </pc:sldMkLst>
      </pc:sldChg>
      <pc:sldChg chg="new">
        <pc:chgData name="Nguyen Thi Khanh Huyen D25CN09" userId="S::huyenntk.b25dtcn247@stu.ptit.edu.vn::2ac86dda-d22a-4179-9445-af9c6edc7ed9" providerId="AD" clId="Web-{E7D523FF-DB03-CFF7-96EB-C7B4D3C9ACCF}" dt="2025-12-08T01:48:48.737" v="133"/>
        <pc:sldMkLst>
          <pc:docMk/>
          <pc:sldMk cId="2127112523" sldId="265"/>
        </pc:sldMkLst>
      </pc:sldChg>
      <pc:sldChg chg="new">
        <pc:chgData name="Nguyen Thi Khanh Huyen D25CN09" userId="S::huyenntk.b25dtcn247@stu.ptit.edu.vn::2ac86dda-d22a-4179-9445-af9c6edc7ed9" providerId="AD" clId="Web-{E7D523FF-DB03-CFF7-96EB-C7B4D3C9ACCF}" dt="2025-12-08T01:48:49.894" v="134"/>
        <pc:sldMkLst>
          <pc:docMk/>
          <pc:sldMk cId="3509450294" sldId="266"/>
        </pc:sldMkLst>
      </pc:sldChg>
      <pc:sldChg chg="new">
        <pc:chgData name="Nguyen Thi Khanh Huyen D25CN09" userId="S::huyenntk.b25dtcn247@stu.ptit.edu.vn::2ac86dda-d22a-4179-9445-af9c6edc7ed9" providerId="AD" clId="Web-{E7D523FF-DB03-CFF7-96EB-C7B4D3C9ACCF}" dt="2025-12-08T01:48:50.940" v="135"/>
        <pc:sldMkLst>
          <pc:docMk/>
          <pc:sldMk cId="3215187324"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artoon of people trying to steal money from a computer&#10;&#10;AI-generated content may be incorrect.">
            <a:extLst>
              <a:ext uri="{FF2B5EF4-FFF2-40B4-BE49-F238E27FC236}">
                <a16:creationId xmlns:a16="http://schemas.microsoft.com/office/drawing/2014/main" id="{F992E1BC-EBDF-7CAC-CD09-EE4E9E1FDA54}"/>
              </a:ext>
            </a:extLst>
          </p:cNvPr>
          <p:cNvPicPr>
            <a:picLocks noChangeAspect="1"/>
          </p:cNvPicPr>
          <p:nvPr/>
        </p:nvPicPr>
        <p:blipFill>
          <a:blip r:embed="rId2"/>
          <a:srcRect t="5436"/>
          <a:stretch>
            <a:fillRect/>
          </a:stretch>
        </p:blipFill>
        <p:spPr>
          <a:xfrm>
            <a:off x="2553671"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4D6876-A8FE-92BC-90AC-DB8B94264743}"/>
              </a:ext>
            </a:extLst>
          </p:cNvPr>
          <p:cNvSpPr>
            <a:spLocks noGrp="1"/>
          </p:cNvSpPr>
          <p:nvPr>
            <p:ph type="title"/>
          </p:nvPr>
        </p:nvSpPr>
        <p:spPr>
          <a:xfrm>
            <a:off x="337159" y="1450714"/>
            <a:ext cx="4333669" cy="2954186"/>
          </a:xfrm>
        </p:spPr>
        <p:txBody>
          <a:bodyPr>
            <a:normAutofit/>
          </a:bodyPr>
          <a:lstStyle/>
          <a:p>
            <a:r>
              <a:rPr lang="en-US" sz="4000" b="1" err="1"/>
              <a:t>Chủ</a:t>
            </a:r>
            <a:r>
              <a:rPr lang="en-US" sz="4000" b="1" dirty="0"/>
              <a:t> </a:t>
            </a:r>
            <a:r>
              <a:rPr lang="en-US" sz="4000" b="1" err="1"/>
              <a:t>đề</a:t>
            </a:r>
            <a:r>
              <a:rPr lang="en-US" sz="3100" b="1" dirty="0"/>
              <a:t>: </a:t>
            </a:r>
            <a:r>
              <a:rPr lang="en-US" sz="3100" b="1" err="1">
                <a:latin typeface="Calibri"/>
                <a:ea typeface="Calibri"/>
                <a:cs typeface="Calibri"/>
              </a:rPr>
              <a:t>Tìm</a:t>
            </a:r>
            <a:r>
              <a:rPr lang="en-US" sz="3100" b="1" dirty="0">
                <a:latin typeface="Calibri"/>
                <a:ea typeface="Calibri"/>
                <a:cs typeface="Calibri"/>
              </a:rPr>
              <a:t> </a:t>
            </a:r>
            <a:r>
              <a:rPr lang="en-US" sz="3100" b="1" err="1">
                <a:latin typeface="Calibri"/>
                <a:ea typeface="Calibri"/>
                <a:cs typeface="Calibri"/>
              </a:rPr>
              <a:t>hiểu</a:t>
            </a:r>
            <a:r>
              <a:rPr lang="en-US" sz="3100" b="1" dirty="0">
                <a:latin typeface="Calibri"/>
                <a:ea typeface="Calibri"/>
                <a:cs typeface="Calibri"/>
              </a:rPr>
              <a:t> </a:t>
            </a:r>
            <a:r>
              <a:rPr lang="en-US" sz="3100" b="1" err="1">
                <a:latin typeface="Calibri"/>
                <a:ea typeface="Calibri"/>
                <a:cs typeface="Calibri"/>
              </a:rPr>
              <a:t>các</a:t>
            </a:r>
            <a:r>
              <a:rPr lang="en-US" sz="3100" b="1" dirty="0">
                <a:latin typeface="Calibri"/>
                <a:ea typeface="Calibri"/>
                <a:cs typeface="Calibri"/>
              </a:rPr>
              <a:t> </a:t>
            </a:r>
            <a:r>
              <a:rPr lang="en-US" sz="3100" b="1" err="1">
                <a:latin typeface="Calibri"/>
                <a:ea typeface="Calibri"/>
                <a:cs typeface="Calibri"/>
              </a:rPr>
              <a:t>phương</a:t>
            </a:r>
            <a:r>
              <a:rPr lang="en-US" sz="3100" b="1" dirty="0">
                <a:latin typeface="Calibri"/>
                <a:ea typeface="Calibri"/>
                <a:cs typeface="Calibri"/>
              </a:rPr>
              <a:t> </a:t>
            </a:r>
            <a:r>
              <a:rPr lang="en-US" sz="3100" b="1" err="1">
                <a:latin typeface="Calibri"/>
                <a:ea typeface="Calibri"/>
                <a:cs typeface="Calibri"/>
              </a:rPr>
              <a:t>thức</a:t>
            </a:r>
            <a:r>
              <a:rPr lang="en-US" sz="3100" b="1" dirty="0">
                <a:latin typeface="Calibri"/>
                <a:ea typeface="Calibri"/>
                <a:cs typeface="Calibri"/>
              </a:rPr>
              <a:t> </a:t>
            </a:r>
            <a:r>
              <a:rPr lang="en-US" sz="3100" b="1" err="1">
                <a:latin typeface="Calibri"/>
                <a:ea typeface="Calibri"/>
                <a:cs typeface="Calibri"/>
              </a:rPr>
              <a:t>tấn</a:t>
            </a:r>
            <a:r>
              <a:rPr lang="en-US" sz="3100" b="1" dirty="0">
                <a:latin typeface="Calibri"/>
                <a:ea typeface="Calibri"/>
                <a:cs typeface="Calibri"/>
              </a:rPr>
              <a:t> </a:t>
            </a:r>
            <a:r>
              <a:rPr lang="en-US" sz="3100" b="1" err="1">
                <a:latin typeface="Calibri"/>
                <a:ea typeface="Calibri"/>
                <a:cs typeface="Calibri"/>
              </a:rPr>
              <a:t>công</a:t>
            </a:r>
            <a:r>
              <a:rPr lang="en-US" sz="3100" b="1" dirty="0">
                <a:latin typeface="Calibri"/>
                <a:ea typeface="Calibri"/>
                <a:cs typeface="Calibri"/>
              </a:rPr>
              <a:t> </a:t>
            </a:r>
            <a:r>
              <a:rPr lang="en-US" sz="3100" b="1" err="1">
                <a:latin typeface="Calibri"/>
                <a:ea typeface="Calibri"/>
                <a:cs typeface="Calibri"/>
              </a:rPr>
              <a:t>và</a:t>
            </a:r>
            <a:r>
              <a:rPr lang="en-US" sz="3100" b="1" dirty="0">
                <a:latin typeface="Calibri"/>
                <a:ea typeface="Calibri"/>
                <a:cs typeface="Calibri"/>
              </a:rPr>
              <a:t> </a:t>
            </a:r>
            <a:r>
              <a:rPr lang="en-US" sz="3100" b="1" err="1">
                <a:latin typeface="Calibri"/>
                <a:ea typeface="Calibri"/>
                <a:cs typeface="Calibri"/>
              </a:rPr>
              <a:t>bảo</a:t>
            </a:r>
            <a:r>
              <a:rPr lang="en-US" sz="3100" b="1" dirty="0">
                <a:latin typeface="Calibri"/>
                <a:ea typeface="Calibri"/>
                <a:cs typeface="Calibri"/>
              </a:rPr>
              <a:t> </a:t>
            </a:r>
            <a:r>
              <a:rPr lang="en-US" sz="3100" b="1" err="1">
                <a:latin typeface="Calibri"/>
                <a:ea typeface="Calibri"/>
                <a:cs typeface="Calibri"/>
              </a:rPr>
              <a:t>mật</a:t>
            </a:r>
            <a:r>
              <a:rPr lang="en-US" sz="3100" b="1" dirty="0">
                <a:latin typeface="Calibri"/>
                <a:ea typeface="Calibri"/>
                <a:cs typeface="Calibri"/>
              </a:rPr>
              <a:t> </a:t>
            </a:r>
            <a:r>
              <a:rPr lang="en-US" sz="3100" b="1" err="1">
                <a:latin typeface="Calibri"/>
                <a:ea typeface="Calibri"/>
                <a:cs typeface="Calibri"/>
              </a:rPr>
              <a:t>trang</a:t>
            </a:r>
            <a:r>
              <a:rPr lang="en-US" sz="3100" b="1" dirty="0">
                <a:latin typeface="Calibri"/>
                <a:ea typeface="Calibri"/>
                <a:cs typeface="Calibri"/>
              </a:rPr>
              <a:t> web.</a:t>
            </a:r>
            <a:endParaRPr lang="en-US" sz="3100" b="1" dirty="0"/>
          </a:p>
        </p:txBody>
      </p:sp>
      <p:sp>
        <p:nvSpPr>
          <p:cNvPr id="3" name="Content Placeholder 2">
            <a:extLst>
              <a:ext uri="{FF2B5EF4-FFF2-40B4-BE49-F238E27FC236}">
                <a16:creationId xmlns:a16="http://schemas.microsoft.com/office/drawing/2014/main" id="{739C7E15-8B3F-E987-123F-9AC7A5D1C63F}"/>
              </a:ext>
            </a:extLst>
          </p:cNvPr>
          <p:cNvSpPr>
            <a:spLocks noGrp="1"/>
          </p:cNvSpPr>
          <p:nvPr>
            <p:ph idx="1"/>
          </p:nvPr>
        </p:nvSpPr>
        <p:spPr>
          <a:xfrm>
            <a:off x="838200" y="2434201"/>
            <a:ext cx="3822189" cy="3742762"/>
          </a:xfrm>
        </p:spPr>
        <p:txBody>
          <a:bodyPr vert="horz" lIns="91440" tIns="45720" rIns="91440" bIns="45720" rtlCol="0" anchor="t">
            <a:normAutofit/>
          </a:bodyPr>
          <a:lstStyle/>
          <a:p>
            <a:pPr marL="0" indent="0">
              <a:buNone/>
            </a:pPr>
            <a:br>
              <a:rPr lang="en-US" sz="1000" dirty="0"/>
            </a:br>
            <a:endParaRPr lang="en-US" sz="1000"/>
          </a:p>
        </p:txBody>
      </p:sp>
    </p:spTree>
    <p:extLst>
      <p:ext uri="{BB962C8B-B14F-4D97-AF65-F5344CB8AC3E}">
        <p14:creationId xmlns:p14="http://schemas.microsoft.com/office/powerpoint/2010/main" val="1226069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A8940-C7B8-74A8-FEE8-ABFDD49513DA}"/>
              </a:ext>
            </a:extLst>
          </p:cNvPr>
          <p:cNvSpPr>
            <a:spLocks noGrp="1"/>
          </p:cNvSpPr>
          <p:nvPr>
            <p:ph type="title"/>
          </p:nvPr>
        </p:nvSpPr>
        <p:spPr>
          <a:xfrm>
            <a:off x="662629" y="522153"/>
            <a:ext cx="4560584" cy="1128068"/>
          </a:xfrm>
        </p:spPr>
        <p:txBody>
          <a:bodyPr vert="horz" lIns="91440" tIns="45720" rIns="91440" bIns="45720" rtlCol="0" anchor="ctr">
            <a:noAutofit/>
          </a:bodyPr>
          <a:lstStyle/>
          <a:p>
            <a:r>
              <a:rPr lang="en-US" sz="3200" b="1" dirty="0">
                <a:latin typeface="Aptos"/>
              </a:rPr>
              <a:t>Báo </a:t>
            </a:r>
            <a:r>
              <a:rPr lang="en-US" sz="3200" b="1" err="1">
                <a:latin typeface="Aptos"/>
              </a:rPr>
              <a:t>cáo</a:t>
            </a:r>
            <a:r>
              <a:rPr lang="en-US" sz="3200" b="1" dirty="0">
                <a:latin typeface="Aptos"/>
              </a:rPr>
              <a:t> </a:t>
            </a:r>
            <a:r>
              <a:rPr lang="en-US" sz="3200" b="1" err="1">
                <a:latin typeface="Aptos"/>
              </a:rPr>
              <a:t>Kỹ</a:t>
            </a:r>
            <a:r>
              <a:rPr lang="en-US" sz="3200" b="1" dirty="0">
                <a:latin typeface="Aptos"/>
              </a:rPr>
              <a:t> </a:t>
            </a:r>
            <a:r>
              <a:rPr lang="en-US" sz="3200" b="1" err="1">
                <a:latin typeface="Aptos"/>
              </a:rPr>
              <a:t>thuật</a:t>
            </a:r>
            <a:r>
              <a:rPr lang="en-US" sz="3200" b="1" dirty="0">
                <a:latin typeface="Aptos"/>
              </a:rPr>
              <a:t>: </a:t>
            </a:r>
            <a:r>
              <a:rPr lang="en-US" sz="3200" b="1" err="1">
                <a:latin typeface="Aptos"/>
              </a:rPr>
              <a:t>Tìm</a:t>
            </a:r>
            <a:r>
              <a:rPr lang="en-US" sz="3200" b="1" dirty="0">
                <a:latin typeface="Aptos"/>
              </a:rPr>
              <a:t> </a:t>
            </a:r>
            <a:r>
              <a:rPr lang="en-US" sz="3200" b="1" err="1">
                <a:latin typeface="Aptos"/>
              </a:rPr>
              <a:t>hiểu</a:t>
            </a:r>
            <a:r>
              <a:rPr lang="en-US" sz="3200" b="1" dirty="0">
                <a:latin typeface="Aptos"/>
              </a:rPr>
              <a:t> </a:t>
            </a:r>
            <a:r>
              <a:rPr lang="en-US" sz="3200" b="1" err="1">
                <a:latin typeface="Aptos"/>
              </a:rPr>
              <a:t>các</a:t>
            </a:r>
            <a:r>
              <a:rPr lang="en-US" sz="3200" b="1" dirty="0">
                <a:latin typeface="Aptos"/>
              </a:rPr>
              <a:t> Phương </a:t>
            </a:r>
            <a:r>
              <a:rPr lang="en-US" sz="3200" b="1" err="1">
                <a:latin typeface="Aptos"/>
              </a:rPr>
              <a:t>thức</a:t>
            </a:r>
            <a:r>
              <a:rPr lang="en-US" sz="3200" b="1" dirty="0">
                <a:latin typeface="Aptos"/>
              </a:rPr>
              <a:t> </a:t>
            </a:r>
            <a:r>
              <a:rPr lang="en-US" sz="3200" b="1" err="1">
                <a:latin typeface="Aptos"/>
              </a:rPr>
              <a:t>Tấn</a:t>
            </a:r>
            <a:r>
              <a:rPr lang="en-US" sz="3200" b="1" dirty="0">
                <a:latin typeface="Aptos"/>
              </a:rPr>
              <a:t> </a:t>
            </a:r>
            <a:r>
              <a:rPr lang="en-US" sz="3200" b="1" err="1">
                <a:latin typeface="Aptos"/>
              </a:rPr>
              <a:t>công</a:t>
            </a:r>
            <a:r>
              <a:rPr lang="en-US" sz="3200" b="1" dirty="0">
                <a:latin typeface="Aptos"/>
              </a:rPr>
              <a:t> </a:t>
            </a:r>
            <a:r>
              <a:rPr lang="en-US" sz="3200" b="1" err="1">
                <a:latin typeface="Aptos"/>
              </a:rPr>
              <a:t>và</a:t>
            </a:r>
            <a:r>
              <a:rPr lang="en-US" sz="3200" b="1" dirty="0">
                <a:latin typeface="Aptos"/>
              </a:rPr>
              <a:t> Bảo </a:t>
            </a:r>
            <a:r>
              <a:rPr lang="en-US" sz="3200" b="1" err="1">
                <a:latin typeface="Aptos"/>
              </a:rPr>
              <a:t>mật</a:t>
            </a:r>
            <a:r>
              <a:rPr lang="en-US" sz="3200" b="1" dirty="0">
                <a:latin typeface="Aptos"/>
              </a:rPr>
              <a:t> Trang web </a:t>
            </a:r>
            <a:r>
              <a:rPr lang="en-US" sz="3200" b="1" err="1">
                <a:latin typeface="Aptos"/>
              </a:rPr>
              <a:t>Căn</a:t>
            </a:r>
            <a:r>
              <a:rPr lang="en-US" sz="3200" b="1" dirty="0">
                <a:latin typeface="Aptos"/>
              </a:rPr>
              <a:t> </a:t>
            </a:r>
            <a:r>
              <a:rPr lang="en-US" sz="3200" b="1" err="1">
                <a:latin typeface="Aptos"/>
              </a:rPr>
              <a:t>bản</a:t>
            </a:r>
            <a:endParaRPr lang="en-US" sz="3200" err="1"/>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B31F805-BD39-FC8A-D18C-D95681AADEED}"/>
              </a:ext>
            </a:extLst>
          </p:cNvPr>
          <p:cNvSpPr>
            <a:spLocks noGrp="1"/>
          </p:cNvSpPr>
          <p:nvPr>
            <p:ph idx="1"/>
          </p:nvPr>
        </p:nvSpPr>
        <p:spPr>
          <a:xfrm>
            <a:off x="590719" y="2330505"/>
            <a:ext cx="4559425" cy="3979585"/>
          </a:xfrm>
        </p:spPr>
        <p:txBody>
          <a:bodyPr vert="horz" lIns="91440" tIns="45720" rIns="91440" bIns="45720" rtlCol="0" anchor="ctr">
            <a:normAutofit fontScale="85000" lnSpcReduction="20000"/>
          </a:bodyPr>
          <a:lstStyle/>
          <a:p>
            <a:pPr marL="0" indent="0">
              <a:buNone/>
            </a:pPr>
            <a:endParaRPr lang="en-US" sz="1800" b="1" dirty="0"/>
          </a:p>
          <a:p>
            <a:r>
              <a:rPr lang="en-US" sz="1800" b="1" dirty="0" err="1">
                <a:latin typeface="Aptos"/>
              </a:rPr>
              <a:t>Người</a:t>
            </a:r>
            <a:r>
              <a:rPr lang="en-US" sz="1800" b="1" dirty="0">
                <a:latin typeface="Aptos"/>
              </a:rPr>
              <a:t> </a:t>
            </a:r>
            <a:r>
              <a:rPr lang="en-US" sz="1800" b="1" dirty="0" err="1">
                <a:latin typeface="Aptos"/>
              </a:rPr>
              <a:t>trình</a:t>
            </a:r>
            <a:r>
              <a:rPr lang="en-US" sz="1800" b="1" dirty="0">
                <a:latin typeface="Aptos"/>
              </a:rPr>
              <a:t> </a:t>
            </a:r>
            <a:r>
              <a:rPr lang="en-US" sz="1800" b="1" dirty="0" err="1">
                <a:latin typeface="Aptos"/>
              </a:rPr>
              <a:t>bày</a:t>
            </a:r>
            <a:r>
              <a:rPr lang="en-US" sz="1800" b="1" dirty="0">
                <a:latin typeface="Aptos"/>
              </a:rPr>
              <a:t>:</a:t>
            </a:r>
            <a:r>
              <a:rPr lang="en-US" sz="1800" dirty="0">
                <a:latin typeface="Aptos"/>
              </a:rPr>
              <a:t> Nguyễn Thị Khánh </a:t>
            </a:r>
            <a:r>
              <a:rPr lang="en-US" sz="1800" dirty="0" err="1">
                <a:latin typeface="Aptos"/>
              </a:rPr>
              <a:t>Huyền</a:t>
            </a:r>
            <a:r>
              <a:rPr lang="en-US" sz="1800" dirty="0">
                <a:latin typeface="Aptos"/>
              </a:rPr>
              <a:t> </a:t>
            </a:r>
            <a:br>
              <a:rPr lang="en-US" sz="1800" dirty="0">
                <a:latin typeface="Aptos"/>
              </a:rPr>
            </a:br>
            <a:r>
              <a:rPr lang="en-US" sz="1800" dirty="0" err="1">
                <a:latin typeface="Aptos"/>
              </a:rPr>
              <a:t>Lớp</a:t>
            </a:r>
            <a:r>
              <a:rPr lang="en-US" sz="1800" dirty="0">
                <a:latin typeface="Aptos"/>
              </a:rPr>
              <a:t>: CNTT3</a:t>
            </a:r>
            <a:br>
              <a:rPr lang="en-US" sz="1800" dirty="0">
                <a:latin typeface="Aptos"/>
              </a:rPr>
            </a:br>
            <a:r>
              <a:rPr lang="en-US" sz="1800" dirty="0" err="1">
                <a:latin typeface="Aptos"/>
              </a:rPr>
              <a:t>Giảng</a:t>
            </a:r>
            <a:r>
              <a:rPr lang="en-US" sz="1800" dirty="0">
                <a:latin typeface="Aptos"/>
              </a:rPr>
              <a:t> </a:t>
            </a:r>
            <a:r>
              <a:rPr lang="en-US" sz="1800" dirty="0" err="1">
                <a:latin typeface="Aptos"/>
              </a:rPr>
              <a:t>viên</a:t>
            </a:r>
            <a:r>
              <a:rPr lang="en-US" sz="1800" dirty="0">
                <a:latin typeface="Aptos"/>
              </a:rPr>
              <a:t> </a:t>
            </a:r>
            <a:r>
              <a:rPr lang="en-US" sz="1800" dirty="0" err="1">
                <a:latin typeface="Aptos"/>
              </a:rPr>
              <a:t>hướng</a:t>
            </a:r>
            <a:r>
              <a:rPr lang="en-US" sz="1800" dirty="0">
                <a:latin typeface="Aptos"/>
              </a:rPr>
              <a:t> </a:t>
            </a:r>
            <a:r>
              <a:rPr lang="en-US" sz="1800" dirty="0" err="1">
                <a:latin typeface="Aptos"/>
              </a:rPr>
              <a:t>dẫn</a:t>
            </a:r>
            <a:r>
              <a:rPr lang="en-US" sz="1800" dirty="0">
                <a:latin typeface="Aptos"/>
              </a:rPr>
              <a:t>:  Ngọ Văn </a:t>
            </a:r>
            <a:r>
              <a:rPr lang="en-US" sz="1800" dirty="0" err="1">
                <a:latin typeface="Aptos"/>
              </a:rPr>
              <a:t>Qúy</a:t>
            </a:r>
            <a:r>
              <a:rPr lang="en-US" sz="1800" dirty="0">
                <a:latin typeface="Aptos"/>
              </a:rPr>
              <a:t>    &amp;             Nguyễn Xuân </a:t>
            </a:r>
            <a:r>
              <a:rPr lang="en-US" sz="1800" dirty="0" err="1">
                <a:latin typeface="Aptos"/>
              </a:rPr>
              <a:t>Thức</a:t>
            </a:r>
            <a:br>
              <a:rPr lang="en-US" sz="1800" dirty="0">
                <a:latin typeface="Aptos"/>
              </a:rPr>
            </a:br>
            <a:endParaRPr lang="en-US" sz="1800" dirty="0">
              <a:latin typeface="Aptos"/>
            </a:endParaRPr>
          </a:p>
          <a:p>
            <a:r>
              <a:rPr lang="en-US" sz="1800" b="1" err="1">
                <a:latin typeface="Aptos"/>
              </a:rPr>
              <a:t>Lời</a:t>
            </a:r>
            <a:r>
              <a:rPr lang="en-US" sz="1800" b="1" dirty="0">
                <a:latin typeface="Aptos"/>
              </a:rPr>
              <a:t> </a:t>
            </a:r>
            <a:r>
              <a:rPr lang="en-US" sz="1800" b="1" err="1">
                <a:latin typeface="Aptos"/>
              </a:rPr>
              <a:t>mở</a:t>
            </a:r>
            <a:r>
              <a:rPr lang="en-US" sz="1800" b="1" dirty="0">
                <a:latin typeface="Aptos"/>
              </a:rPr>
              <a:t> </a:t>
            </a:r>
            <a:r>
              <a:rPr lang="en-US" sz="1800" b="1" err="1">
                <a:latin typeface="Aptos"/>
              </a:rPr>
              <a:t>đầu</a:t>
            </a:r>
            <a:endParaRPr lang="en-US" sz="1800">
              <a:latin typeface="Aptos"/>
            </a:endParaRPr>
          </a:p>
          <a:p>
            <a:r>
              <a:rPr lang="en-US" sz="1800" err="1">
                <a:latin typeface="Aptos"/>
              </a:rPr>
              <a:t>Kính</a:t>
            </a:r>
            <a:r>
              <a:rPr lang="en-US" sz="1800" dirty="0">
                <a:latin typeface="Aptos"/>
              </a:rPr>
              <a:t> </a:t>
            </a:r>
            <a:r>
              <a:rPr lang="en-US" sz="1800" err="1">
                <a:latin typeface="Aptos"/>
              </a:rPr>
              <a:t>thưa</a:t>
            </a:r>
            <a:r>
              <a:rPr lang="en-US" sz="1800" dirty="0">
                <a:latin typeface="Aptos"/>
              </a:rPr>
              <a:t> </a:t>
            </a:r>
            <a:r>
              <a:rPr lang="en-US" sz="1800" err="1">
                <a:latin typeface="Aptos"/>
              </a:rPr>
              <a:t>thầy</a:t>
            </a:r>
            <a:r>
              <a:rPr lang="en-US" sz="1800" dirty="0">
                <a:latin typeface="Aptos"/>
              </a:rPr>
              <a:t> </a:t>
            </a:r>
            <a:r>
              <a:rPr lang="en-US" sz="1800" err="1">
                <a:latin typeface="Aptos"/>
              </a:rPr>
              <a:t>cô</a:t>
            </a:r>
            <a:r>
              <a:rPr lang="en-US" sz="1800" dirty="0">
                <a:latin typeface="Aptos"/>
              </a:rPr>
              <a:t> </a:t>
            </a:r>
            <a:r>
              <a:rPr lang="en-US" sz="1800" err="1">
                <a:latin typeface="Aptos"/>
              </a:rPr>
              <a:t>và</a:t>
            </a:r>
            <a:r>
              <a:rPr lang="en-US" sz="1800" dirty="0">
                <a:latin typeface="Aptos"/>
              </a:rPr>
              <a:t> </a:t>
            </a:r>
            <a:r>
              <a:rPr lang="en-US" sz="1800" err="1">
                <a:latin typeface="Aptos"/>
              </a:rPr>
              <a:t>các</a:t>
            </a:r>
            <a:r>
              <a:rPr lang="en-US" sz="1800" dirty="0">
                <a:latin typeface="Aptos"/>
              </a:rPr>
              <a:t> </a:t>
            </a:r>
            <a:r>
              <a:rPr lang="en-US" sz="1800" err="1">
                <a:latin typeface="Aptos"/>
              </a:rPr>
              <a:t>bạn</a:t>
            </a:r>
            <a:r>
              <a:rPr lang="en-US" sz="1800" dirty="0">
                <a:latin typeface="Aptos"/>
              </a:rPr>
              <a:t>,</a:t>
            </a:r>
          </a:p>
          <a:p>
            <a:r>
              <a:rPr lang="en-US" sz="1800" dirty="0">
                <a:latin typeface="Aptos"/>
              </a:rPr>
              <a:t>Trong </a:t>
            </a:r>
            <a:r>
              <a:rPr lang="en-US" sz="1800" dirty="0" err="1">
                <a:latin typeface="Aptos"/>
              </a:rPr>
              <a:t>thời</a:t>
            </a:r>
            <a:r>
              <a:rPr lang="en-US" sz="1800" dirty="0">
                <a:latin typeface="Aptos"/>
              </a:rPr>
              <a:t> </a:t>
            </a:r>
            <a:r>
              <a:rPr lang="en-US" sz="1800" dirty="0" err="1">
                <a:latin typeface="Aptos"/>
              </a:rPr>
              <a:t>đại</a:t>
            </a:r>
            <a:r>
              <a:rPr lang="en-US" sz="1800" dirty="0">
                <a:latin typeface="Aptos"/>
              </a:rPr>
              <a:t> </a:t>
            </a:r>
            <a:r>
              <a:rPr lang="en-US" sz="1800" dirty="0" err="1">
                <a:latin typeface="Aptos"/>
              </a:rPr>
              <a:t>số</a:t>
            </a:r>
            <a:r>
              <a:rPr lang="en-US" sz="1800" dirty="0">
                <a:latin typeface="Aptos"/>
              </a:rPr>
              <a:t> </a:t>
            </a:r>
            <a:r>
              <a:rPr lang="en-US" sz="1800" dirty="0" err="1">
                <a:latin typeface="Aptos"/>
              </a:rPr>
              <a:t>hóa</a:t>
            </a:r>
            <a:r>
              <a:rPr lang="en-US" sz="1800" dirty="0">
                <a:latin typeface="Aptos"/>
              </a:rPr>
              <a:t> </a:t>
            </a:r>
            <a:r>
              <a:rPr lang="en-US" sz="1800" dirty="0" err="1">
                <a:latin typeface="Aptos"/>
              </a:rPr>
              <a:t>hiện</a:t>
            </a:r>
            <a:r>
              <a:rPr lang="en-US" sz="1800" dirty="0">
                <a:latin typeface="Aptos"/>
              </a:rPr>
              <a:t> nay, an </a:t>
            </a:r>
            <a:r>
              <a:rPr lang="en-US" sz="1800" dirty="0" err="1">
                <a:latin typeface="Aptos"/>
              </a:rPr>
              <a:t>toàn</a:t>
            </a:r>
            <a:r>
              <a:rPr lang="en-US" sz="1800" dirty="0">
                <a:latin typeface="Aptos"/>
              </a:rPr>
              <a:t> </a:t>
            </a:r>
            <a:r>
              <a:rPr lang="en-US" sz="1800" dirty="0" err="1">
                <a:latin typeface="Aptos"/>
              </a:rPr>
              <a:t>thông</a:t>
            </a:r>
            <a:r>
              <a:rPr lang="en-US" sz="1800" dirty="0">
                <a:latin typeface="Aptos"/>
              </a:rPr>
              <a:t> tin web </a:t>
            </a:r>
            <a:r>
              <a:rPr lang="en-US" sz="1800" dirty="0" err="1">
                <a:latin typeface="Aptos"/>
              </a:rPr>
              <a:t>không</a:t>
            </a:r>
            <a:r>
              <a:rPr lang="en-US" sz="1800" dirty="0">
                <a:latin typeface="Aptos"/>
              </a:rPr>
              <a:t> </a:t>
            </a:r>
            <a:r>
              <a:rPr lang="en-US" sz="1800" dirty="0" err="1">
                <a:latin typeface="Aptos"/>
              </a:rPr>
              <a:t>còn</a:t>
            </a:r>
            <a:r>
              <a:rPr lang="en-US" sz="1800" dirty="0">
                <a:latin typeface="Aptos"/>
              </a:rPr>
              <a:t> </a:t>
            </a:r>
            <a:r>
              <a:rPr lang="en-US" sz="1800" dirty="0" err="1">
                <a:latin typeface="Aptos"/>
              </a:rPr>
              <a:t>là</a:t>
            </a:r>
            <a:r>
              <a:rPr lang="en-US" sz="1800" dirty="0">
                <a:latin typeface="Aptos"/>
              </a:rPr>
              <a:t> </a:t>
            </a:r>
            <a:r>
              <a:rPr lang="en-US" sz="1800" dirty="0" err="1">
                <a:latin typeface="Aptos"/>
              </a:rPr>
              <a:t>một</a:t>
            </a:r>
            <a:r>
              <a:rPr lang="en-US" sz="1800" dirty="0">
                <a:latin typeface="Aptos"/>
              </a:rPr>
              <a:t> </a:t>
            </a:r>
            <a:r>
              <a:rPr lang="en-US" sz="1800" dirty="0" err="1">
                <a:latin typeface="Aptos"/>
              </a:rPr>
              <a:t>lựa</a:t>
            </a:r>
            <a:r>
              <a:rPr lang="en-US" sz="1800" dirty="0">
                <a:latin typeface="Aptos"/>
              </a:rPr>
              <a:t> </a:t>
            </a:r>
            <a:r>
              <a:rPr lang="en-US" sz="1800" dirty="0" err="1">
                <a:latin typeface="Aptos"/>
              </a:rPr>
              <a:t>chọn</a:t>
            </a:r>
            <a:r>
              <a:rPr lang="en-US" sz="1800" dirty="0">
                <a:latin typeface="Aptos"/>
              </a:rPr>
              <a:t> </a:t>
            </a:r>
            <a:r>
              <a:rPr lang="en-US" sz="1800" dirty="0" err="1">
                <a:latin typeface="Aptos"/>
              </a:rPr>
              <a:t>mà</a:t>
            </a:r>
            <a:r>
              <a:rPr lang="en-US" sz="1800" dirty="0">
                <a:latin typeface="Aptos"/>
              </a:rPr>
              <a:t> </a:t>
            </a:r>
            <a:r>
              <a:rPr lang="en-US" sz="1800" dirty="0" err="1">
                <a:latin typeface="Aptos"/>
              </a:rPr>
              <a:t>là</a:t>
            </a:r>
            <a:r>
              <a:rPr lang="en-US" sz="1800" dirty="0">
                <a:latin typeface="Aptos"/>
              </a:rPr>
              <a:t> </a:t>
            </a:r>
            <a:r>
              <a:rPr lang="en-US" sz="1800" dirty="0" err="1">
                <a:latin typeface="Aptos"/>
              </a:rPr>
              <a:t>một</a:t>
            </a:r>
            <a:r>
              <a:rPr lang="en-US" sz="1800" dirty="0">
                <a:latin typeface="Aptos"/>
              </a:rPr>
              <a:t> </a:t>
            </a:r>
            <a:r>
              <a:rPr lang="en-US" sz="1800" dirty="0" err="1">
                <a:latin typeface="Aptos"/>
              </a:rPr>
              <a:t>yêu</a:t>
            </a:r>
            <a:r>
              <a:rPr lang="en-US" sz="1800" dirty="0">
                <a:latin typeface="Aptos"/>
              </a:rPr>
              <a:t> </a:t>
            </a:r>
            <a:r>
              <a:rPr lang="en-US" sz="1800" dirty="0" err="1">
                <a:latin typeface="Aptos"/>
              </a:rPr>
              <a:t>cầu</a:t>
            </a:r>
            <a:r>
              <a:rPr lang="en-US" sz="1800" dirty="0">
                <a:latin typeface="Aptos"/>
              </a:rPr>
              <a:t> </a:t>
            </a:r>
            <a:r>
              <a:rPr lang="en-US" sz="1800" dirty="0" err="1">
                <a:latin typeface="Aptos"/>
              </a:rPr>
              <a:t>bắt</a:t>
            </a:r>
            <a:r>
              <a:rPr lang="en-US" sz="1800" dirty="0">
                <a:latin typeface="Aptos"/>
              </a:rPr>
              <a:t> </a:t>
            </a:r>
            <a:r>
              <a:rPr lang="en-US" sz="1800" dirty="0" err="1">
                <a:latin typeface="Aptos"/>
              </a:rPr>
              <a:t>buộc</a:t>
            </a:r>
            <a:r>
              <a:rPr lang="en-US" sz="1800" dirty="0">
                <a:latin typeface="Aptos"/>
              </a:rPr>
              <a:t>. </a:t>
            </a:r>
            <a:r>
              <a:rPr lang="en-US" sz="1800" dirty="0" err="1">
                <a:latin typeface="Aptos"/>
              </a:rPr>
              <a:t>Là</a:t>
            </a:r>
            <a:r>
              <a:rPr lang="en-US" sz="1800" dirty="0">
                <a:latin typeface="Aptos"/>
              </a:rPr>
              <a:t> </a:t>
            </a:r>
            <a:r>
              <a:rPr lang="en-US" sz="1800" dirty="0" err="1">
                <a:latin typeface="Aptos"/>
              </a:rPr>
              <a:t>những</a:t>
            </a:r>
            <a:r>
              <a:rPr lang="en-US" sz="1800" dirty="0">
                <a:latin typeface="Aptos"/>
              </a:rPr>
              <a:t> </a:t>
            </a:r>
            <a:r>
              <a:rPr lang="en-US" sz="1800" dirty="0" err="1">
                <a:latin typeface="Aptos"/>
              </a:rPr>
              <a:t>lập</a:t>
            </a:r>
            <a:r>
              <a:rPr lang="en-US" sz="1800" dirty="0">
                <a:latin typeface="Aptos"/>
              </a:rPr>
              <a:t> </a:t>
            </a:r>
            <a:r>
              <a:rPr lang="en-US" sz="1800" dirty="0" err="1">
                <a:latin typeface="Aptos"/>
              </a:rPr>
              <a:t>trình</a:t>
            </a:r>
            <a:r>
              <a:rPr lang="en-US" sz="1800" dirty="0">
                <a:latin typeface="Aptos"/>
              </a:rPr>
              <a:t> </a:t>
            </a:r>
            <a:r>
              <a:rPr lang="en-US" sz="1800" dirty="0" err="1">
                <a:latin typeface="Aptos"/>
              </a:rPr>
              <a:t>viên</a:t>
            </a:r>
            <a:r>
              <a:rPr lang="en-US" sz="1800" dirty="0">
                <a:latin typeface="Aptos"/>
              </a:rPr>
              <a:t> </a:t>
            </a:r>
            <a:r>
              <a:rPr lang="en-US" sz="1800" dirty="0" err="1">
                <a:latin typeface="Aptos"/>
              </a:rPr>
              <a:t>tương</a:t>
            </a:r>
            <a:r>
              <a:rPr lang="en-US" sz="1800" dirty="0">
                <a:latin typeface="Aptos"/>
              </a:rPr>
              <a:t> lai, </a:t>
            </a:r>
            <a:r>
              <a:rPr lang="en-US" sz="1800" dirty="0" err="1">
                <a:latin typeface="Aptos"/>
              </a:rPr>
              <a:t>việc</a:t>
            </a:r>
            <a:r>
              <a:rPr lang="en-US" sz="1800" dirty="0">
                <a:latin typeface="Aptos"/>
              </a:rPr>
              <a:t> </a:t>
            </a:r>
            <a:r>
              <a:rPr lang="en-US" sz="1800" dirty="0" err="1">
                <a:latin typeface="Aptos"/>
              </a:rPr>
              <a:t>hiểu</a:t>
            </a:r>
            <a:r>
              <a:rPr lang="en-US" sz="1800" dirty="0">
                <a:latin typeface="Aptos"/>
              </a:rPr>
              <a:t> </a:t>
            </a:r>
            <a:r>
              <a:rPr lang="en-US" sz="1800" dirty="0" err="1">
                <a:latin typeface="Aptos"/>
              </a:rPr>
              <a:t>rõ</a:t>
            </a:r>
            <a:r>
              <a:rPr lang="en-US" sz="1800" dirty="0">
                <a:latin typeface="Aptos"/>
              </a:rPr>
              <a:t> </a:t>
            </a:r>
            <a:r>
              <a:rPr lang="en-US" sz="1800" dirty="0" err="1">
                <a:latin typeface="Aptos"/>
              </a:rPr>
              <a:t>các</a:t>
            </a:r>
            <a:r>
              <a:rPr lang="en-US" sz="1800" dirty="0">
                <a:latin typeface="Aptos"/>
              </a:rPr>
              <a:t> </a:t>
            </a:r>
            <a:r>
              <a:rPr lang="en-US" sz="1800" dirty="0" err="1">
                <a:latin typeface="Aptos"/>
              </a:rPr>
              <a:t>lỗ</a:t>
            </a:r>
            <a:r>
              <a:rPr lang="en-US" sz="1800" dirty="0">
                <a:latin typeface="Aptos"/>
              </a:rPr>
              <a:t> </a:t>
            </a:r>
            <a:r>
              <a:rPr lang="en-US" sz="1800" dirty="0" err="1">
                <a:latin typeface="Aptos"/>
              </a:rPr>
              <a:t>hổng</a:t>
            </a:r>
            <a:r>
              <a:rPr lang="en-US" sz="1800" dirty="0">
                <a:latin typeface="Aptos"/>
              </a:rPr>
              <a:t> </a:t>
            </a:r>
            <a:r>
              <a:rPr lang="en-US" sz="1800" dirty="0" err="1">
                <a:latin typeface="Aptos"/>
              </a:rPr>
              <a:t>bảo</a:t>
            </a:r>
            <a:r>
              <a:rPr lang="en-US" sz="1800" dirty="0">
                <a:latin typeface="Aptos"/>
              </a:rPr>
              <a:t> </a:t>
            </a:r>
            <a:r>
              <a:rPr lang="en-US" sz="1800" dirty="0" err="1">
                <a:latin typeface="Aptos"/>
              </a:rPr>
              <a:t>mật</a:t>
            </a:r>
            <a:r>
              <a:rPr lang="en-US" sz="1800" dirty="0">
                <a:latin typeface="Aptos"/>
              </a:rPr>
              <a:t> </a:t>
            </a:r>
            <a:r>
              <a:rPr lang="en-US" sz="1800" dirty="0" err="1">
                <a:latin typeface="Aptos"/>
              </a:rPr>
              <a:t>và</a:t>
            </a:r>
            <a:r>
              <a:rPr lang="en-US" sz="1800" dirty="0">
                <a:latin typeface="Aptos"/>
              </a:rPr>
              <a:t> </a:t>
            </a:r>
            <a:r>
              <a:rPr lang="en-US" sz="1800" dirty="0" err="1">
                <a:latin typeface="Aptos"/>
              </a:rPr>
              <a:t>cách</a:t>
            </a:r>
            <a:r>
              <a:rPr lang="en-US" sz="1800" dirty="0">
                <a:latin typeface="Aptos"/>
              </a:rPr>
              <a:t> </a:t>
            </a:r>
            <a:r>
              <a:rPr lang="en-US" sz="1800" dirty="0" err="1">
                <a:latin typeface="Aptos"/>
              </a:rPr>
              <a:t>phòng</a:t>
            </a:r>
            <a:r>
              <a:rPr lang="en-US" sz="1800" dirty="0">
                <a:latin typeface="Aptos"/>
              </a:rPr>
              <a:t> </a:t>
            </a:r>
            <a:r>
              <a:rPr lang="en-US" sz="1800" dirty="0" err="1">
                <a:latin typeface="Aptos"/>
              </a:rPr>
              <a:t>chống</a:t>
            </a:r>
            <a:r>
              <a:rPr lang="en-US" sz="1800" dirty="0">
                <a:latin typeface="Aptos"/>
              </a:rPr>
              <a:t> </a:t>
            </a:r>
            <a:r>
              <a:rPr lang="en-US" sz="1800" dirty="0" err="1">
                <a:latin typeface="Aptos"/>
              </a:rPr>
              <a:t>chúng</a:t>
            </a:r>
            <a:r>
              <a:rPr lang="en-US" sz="1800" dirty="0">
                <a:latin typeface="Aptos"/>
              </a:rPr>
              <a:t> </a:t>
            </a:r>
            <a:r>
              <a:rPr lang="en-US" sz="1800" dirty="0" err="1">
                <a:latin typeface="Aptos"/>
              </a:rPr>
              <a:t>là</a:t>
            </a:r>
            <a:r>
              <a:rPr lang="en-US" sz="1800" dirty="0">
                <a:latin typeface="Aptos"/>
              </a:rPr>
              <a:t> </a:t>
            </a:r>
            <a:r>
              <a:rPr lang="en-US" sz="1800" dirty="0" err="1">
                <a:latin typeface="Aptos"/>
              </a:rPr>
              <a:t>kiến</a:t>
            </a:r>
            <a:r>
              <a:rPr lang="en-US" sz="1800" dirty="0">
                <a:latin typeface="Aptos"/>
              </a:rPr>
              <a:t> </a:t>
            </a:r>
            <a:r>
              <a:rPr lang="en-US" sz="1800" dirty="0" err="1">
                <a:latin typeface="Aptos"/>
              </a:rPr>
              <a:t>thức</a:t>
            </a:r>
            <a:r>
              <a:rPr lang="en-US" sz="1800" dirty="0">
                <a:latin typeface="Aptos"/>
              </a:rPr>
              <a:t> </a:t>
            </a:r>
            <a:r>
              <a:rPr lang="en-US" sz="1800" dirty="0" err="1">
                <a:latin typeface="Aptos"/>
              </a:rPr>
              <a:t>nền</a:t>
            </a:r>
            <a:r>
              <a:rPr lang="en-US" sz="1800" dirty="0">
                <a:latin typeface="Aptos"/>
              </a:rPr>
              <a:t> </a:t>
            </a:r>
            <a:r>
              <a:rPr lang="en-US" sz="1800" dirty="0" err="1">
                <a:latin typeface="Aptos"/>
              </a:rPr>
              <a:t>tảng</a:t>
            </a:r>
            <a:r>
              <a:rPr lang="en-US" sz="1800" dirty="0">
                <a:latin typeface="Aptos"/>
              </a:rPr>
              <a:t> </a:t>
            </a:r>
            <a:r>
              <a:rPr lang="en-US" sz="1800" dirty="0" err="1">
                <a:latin typeface="Aptos"/>
              </a:rPr>
              <a:t>để</a:t>
            </a:r>
            <a:r>
              <a:rPr lang="en-US" sz="1800" dirty="0">
                <a:latin typeface="Aptos"/>
              </a:rPr>
              <a:t> </a:t>
            </a:r>
            <a:r>
              <a:rPr lang="en-US" sz="1800" dirty="0" err="1">
                <a:latin typeface="Aptos"/>
              </a:rPr>
              <a:t>xây</a:t>
            </a:r>
            <a:r>
              <a:rPr lang="en-US" sz="1800" dirty="0">
                <a:latin typeface="Aptos"/>
              </a:rPr>
              <a:t> </a:t>
            </a:r>
            <a:r>
              <a:rPr lang="en-US" sz="1800" dirty="0" err="1">
                <a:latin typeface="Aptos"/>
              </a:rPr>
              <a:t>dựng</a:t>
            </a:r>
            <a:r>
              <a:rPr lang="en-US" sz="1800" dirty="0">
                <a:latin typeface="Aptos"/>
              </a:rPr>
              <a:t> </a:t>
            </a:r>
            <a:r>
              <a:rPr lang="en-US" sz="1800" dirty="0" err="1">
                <a:latin typeface="Aptos"/>
              </a:rPr>
              <a:t>các</a:t>
            </a:r>
            <a:r>
              <a:rPr lang="en-US" sz="1800" dirty="0">
                <a:latin typeface="Aptos"/>
              </a:rPr>
              <a:t> </a:t>
            </a:r>
            <a:r>
              <a:rPr lang="en-US" sz="1800" dirty="0" err="1">
                <a:latin typeface="Aptos"/>
              </a:rPr>
              <a:t>hệ</a:t>
            </a:r>
            <a:r>
              <a:rPr lang="en-US" sz="1800" dirty="0">
                <a:latin typeface="Aptos"/>
              </a:rPr>
              <a:t> </a:t>
            </a:r>
            <a:r>
              <a:rPr lang="en-US" sz="1800" dirty="0" err="1">
                <a:latin typeface="Aptos"/>
              </a:rPr>
              <a:t>thống</a:t>
            </a:r>
            <a:r>
              <a:rPr lang="en-US" sz="1800" dirty="0">
                <a:latin typeface="Aptos"/>
              </a:rPr>
              <a:t> </a:t>
            </a:r>
            <a:r>
              <a:rPr lang="en-US" sz="1800" dirty="0" err="1">
                <a:latin typeface="Aptos"/>
              </a:rPr>
              <a:t>vững</a:t>
            </a:r>
            <a:r>
              <a:rPr lang="en-US" sz="1800" dirty="0">
                <a:latin typeface="Aptos"/>
              </a:rPr>
              <a:t> </a:t>
            </a:r>
            <a:r>
              <a:rPr lang="en-US" sz="1800" dirty="0" err="1">
                <a:latin typeface="Aptos"/>
              </a:rPr>
              <a:t>chắc</a:t>
            </a:r>
            <a:r>
              <a:rPr lang="en-US" sz="1800" dirty="0">
                <a:latin typeface="Aptos"/>
              </a:rPr>
              <a:t>. </a:t>
            </a:r>
            <a:r>
              <a:rPr lang="en-US" sz="1800" dirty="0" err="1">
                <a:latin typeface="Aptos"/>
              </a:rPr>
              <a:t>Bài</a:t>
            </a:r>
            <a:r>
              <a:rPr lang="en-US" sz="1800" dirty="0">
                <a:latin typeface="Aptos"/>
              </a:rPr>
              <a:t> </a:t>
            </a:r>
            <a:r>
              <a:rPr lang="en-US" sz="1800" dirty="0" err="1">
                <a:latin typeface="Aptos"/>
              </a:rPr>
              <a:t>báo</a:t>
            </a:r>
            <a:r>
              <a:rPr lang="en-US" sz="1800" dirty="0">
                <a:latin typeface="Aptos"/>
              </a:rPr>
              <a:t> </a:t>
            </a:r>
            <a:r>
              <a:rPr lang="en-US" sz="1800" dirty="0" err="1">
                <a:latin typeface="Aptos"/>
              </a:rPr>
              <a:t>cáo</a:t>
            </a:r>
            <a:r>
              <a:rPr lang="en-US" sz="1800" dirty="0">
                <a:latin typeface="Aptos"/>
              </a:rPr>
              <a:t> </a:t>
            </a:r>
            <a:r>
              <a:rPr lang="en-US" sz="1800" dirty="0" err="1">
                <a:latin typeface="Aptos"/>
              </a:rPr>
              <a:t>kỹ</a:t>
            </a:r>
            <a:r>
              <a:rPr lang="en-US" sz="1800" dirty="0">
                <a:latin typeface="Aptos"/>
              </a:rPr>
              <a:t> </a:t>
            </a:r>
            <a:r>
              <a:rPr lang="en-US" sz="1800" dirty="0" err="1">
                <a:latin typeface="Aptos"/>
              </a:rPr>
              <a:t>thuật</a:t>
            </a:r>
            <a:r>
              <a:rPr lang="en-US" sz="1800" dirty="0">
                <a:latin typeface="Aptos"/>
              </a:rPr>
              <a:t> </a:t>
            </a:r>
            <a:r>
              <a:rPr lang="en-US" sz="1800" dirty="0" err="1">
                <a:latin typeface="Aptos"/>
              </a:rPr>
              <a:t>này</a:t>
            </a:r>
            <a:r>
              <a:rPr lang="en-US" sz="1800" dirty="0">
                <a:latin typeface="Aptos"/>
              </a:rPr>
              <a:t> </a:t>
            </a:r>
            <a:r>
              <a:rPr lang="en-US" sz="1800" dirty="0" err="1">
                <a:latin typeface="Aptos"/>
              </a:rPr>
              <a:t>sẽ</a:t>
            </a:r>
            <a:r>
              <a:rPr lang="en-US" sz="1800" dirty="0">
                <a:latin typeface="Aptos"/>
              </a:rPr>
              <a:t> </a:t>
            </a:r>
            <a:r>
              <a:rPr lang="en-US" sz="1800" dirty="0" err="1">
                <a:latin typeface="Aptos"/>
              </a:rPr>
              <a:t>đi</a:t>
            </a:r>
            <a:r>
              <a:rPr lang="en-US" sz="1800" dirty="0">
                <a:latin typeface="Aptos"/>
              </a:rPr>
              <a:t> </a:t>
            </a:r>
            <a:r>
              <a:rPr lang="en-US" sz="1800" dirty="0" err="1">
                <a:latin typeface="Aptos"/>
              </a:rPr>
              <a:t>sâu</a:t>
            </a:r>
            <a:r>
              <a:rPr lang="en-US" sz="1800" dirty="0">
                <a:latin typeface="Aptos"/>
              </a:rPr>
              <a:t> </a:t>
            </a:r>
            <a:r>
              <a:rPr lang="en-US" sz="1800" dirty="0" err="1">
                <a:latin typeface="Aptos"/>
              </a:rPr>
              <a:t>vào</a:t>
            </a:r>
            <a:r>
              <a:rPr lang="en-US" sz="1800" dirty="0">
                <a:latin typeface="Aptos"/>
              </a:rPr>
              <a:t> </a:t>
            </a:r>
            <a:r>
              <a:rPr lang="en-US" sz="1800" dirty="0" err="1">
                <a:latin typeface="Aptos"/>
              </a:rPr>
              <a:t>ba</a:t>
            </a:r>
            <a:r>
              <a:rPr lang="en-US" sz="1800" dirty="0">
                <a:latin typeface="Aptos"/>
              </a:rPr>
              <a:t> </a:t>
            </a:r>
            <a:r>
              <a:rPr lang="en-US" sz="1800" dirty="0" err="1">
                <a:latin typeface="Aptos"/>
              </a:rPr>
              <a:t>trong</a:t>
            </a:r>
            <a:r>
              <a:rPr lang="en-US" sz="1800" dirty="0">
                <a:latin typeface="Aptos"/>
              </a:rPr>
              <a:t> </a:t>
            </a:r>
            <a:r>
              <a:rPr lang="en-US" sz="1800" dirty="0" err="1">
                <a:latin typeface="Aptos"/>
              </a:rPr>
              <a:t>số</a:t>
            </a:r>
            <a:r>
              <a:rPr lang="en-US" sz="1800" dirty="0">
                <a:latin typeface="Aptos"/>
              </a:rPr>
              <a:t> </a:t>
            </a:r>
            <a:r>
              <a:rPr lang="en-US" sz="1800" dirty="0" err="1">
                <a:latin typeface="Aptos"/>
              </a:rPr>
              <a:t>các</a:t>
            </a:r>
            <a:r>
              <a:rPr lang="en-US" sz="1800" dirty="0">
                <a:latin typeface="Aptos"/>
              </a:rPr>
              <a:t> </a:t>
            </a:r>
            <a:r>
              <a:rPr lang="en-US" sz="1800" dirty="0" err="1">
                <a:latin typeface="Aptos"/>
              </a:rPr>
              <a:t>phương</a:t>
            </a:r>
            <a:r>
              <a:rPr lang="en-US" sz="1800" dirty="0">
                <a:latin typeface="Aptos"/>
              </a:rPr>
              <a:t> </a:t>
            </a:r>
            <a:r>
              <a:rPr lang="en-US" sz="1800" dirty="0" err="1">
                <a:latin typeface="Aptos"/>
              </a:rPr>
              <a:t>thức</a:t>
            </a:r>
            <a:r>
              <a:rPr lang="en-US" sz="1800" dirty="0">
                <a:latin typeface="Aptos"/>
              </a:rPr>
              <a:t> </a:t>
            </a:r>
            <a:r>
              <a:rPr lang="en-US" sz="1800" dirty="0" err="1">
                <a:latin typeface="Aptos"/>
              </a:rPr>
              <a:t>tấn</a:t>
            </a:r>
            <a:r>
              <a:rPr lang="en-US" sz="1800" dirty="0">
                <a:latin typeface="Aptos"/>
              </a:rPr>
              <a:t> </a:t>
            </a:r>
            <a:r>
              <a:rPr lang="en-US" sz="1800" dirty="0" err="1">
                <a:latin typeface="Aptos"/>
              </a:rPr>
              <a:t>công</a:t>
            </a:r>
            <a:r>
              <a:rPr lang="en-US" sz="1800" dirty="0">
                <a:latin typeface="Aptos"/>
              </a:rPr>
              <a:t> </a:t>
            </a:r>
            <a:r>
              <a:rPr lang="en-US" sz="1800" dirty="0" err="1">
                <a:latin typeface="Aptos"/>
              </a:rPr>
              <a:t>phổ</a:t>
            </a:r>
            <a:r>
              <a:rPr lang="en-US" sz="1800" dirty="0">
                <a:latin typeface="Aptos"/>
              </a:rPr>
              <a:t> </a:t>
            </a:r>
            <a:r>
              <a:rPr lang="en-US" sz="1800" dirty="0" err="1">
                <a:latin typeface="Aptos"/>
              </a:rPr>
              <a:t>biến</a:t>
            </a:r>
            <a:r>
              <a:rPr lang="en-US" sz="1800" dirty="0">
                <a:latin typeface="Aptos"/>
              </a:rPr>
              <a:t> </a:t>
            </a:r>
            <a:r>
              <a:rPr lang="en-US" sz="1800" dirty="0" err="1">
                <a:latin typeface="Aptos"/>
              </a:rPr>
              <a:t>nhất</a:t>
            </a:r>
            <a:r>
              <a:rPr lang="en-US" sz="1800" dirty="0">
                <a:latin typeface="Aptos"/>
              </a:rPr>
              <a:t> </a:t>
            </a:r>
            <a:r>
              <a:rPr lang="en-US" sz="1800" dirty="0" err="1">
                <a:latin typeface="Aptos"/>
              </a:rPr>
              <a:t>theo</a:t>
            </a:r>
            <a:r>
              <a:rPr lang="en-US" sz="1800" dirty="0">
                <a:latin typeface="Aptos"/>
              </a:rPr>
              <a:t> OWASP Top 10 </a:t>
            </a:r>
            <a:r>
              <a:rPr lang="en-US" sz="1800" dirty="0" err="1">
                <a:latin typeface="Aptos"/>
              </a:rPr>
              <a:t>và</a:t>
            </a:r>
            <a:r>
              <a:rPr lang="en-US" sz="1800" dirty="0">
                <a:latin typeface="Aptos"/>
              </a:rPr>
              <a:t> </a:t>
            </a:r>
            <a:r>
              <a:rPr lang="en-US" sz="1800" dirty="0" err="1">
                <a:latin typeface="Aptos"/>
              </a:rPr>
              <a:t>các</a:t>
            </a:r>
            <a:r>
              <a:rPr lang="en-US" sz="1800" dirty="0">
                <a:latin typeface="Aptos"/>
              </a:rPr>
              <a:t> </a:t>
            </a:r>
            <a:r>
              <a:rPr lang="en-US" sz="1800" dirty="0" err="1">
                <a:latin typeface="Aptos"/>
              </a:rPr>
              <a:t>biện</a:t>
            </a:r>
            <a:r>
              <a:rPr lang="en-US" sz="1800" dirty="0">
                <a:latin typeface="Aptos"/>
              </a:rPr>
              <a:t> </a:t>
            </a:r>
            <a:r>
              <a:rPr lang="en-US" sz="1800" dirty="0" err="1">
                <a:latin typeface="Aptos"/>
              </a:rPr>
              <a:t>pháp</a:t>
            </a:r>
            <a:r>
              <a:rPr lang="en-US" sz="1800" dirty="0">
                <a:latin typeface="Aptos"/>
              </a:rPr>
              <a:t> </a:t>
            </a:r>
            <a:r>
              <a:rPr lang="en-US" sz="1800" dirty="0" err="1">
                <a:latin typeface="Aptos"/>
              </a:rPr>
              <a:t>bảo</a:t>
            </a:r>
            <a:r>
              <a:rPr lang="en-US" sz="1800" dirty="0">
                <a:latin typeface="Aptos"/>
              </a:rPr>
              <a:t> </a:t>
            </a:r>
            <a:r>
              <a:rPr lang="en-US" sz="1800" dirty="0" err="1">
                <a:latin typeface="Aptos"/>
              </a:rPr>
              <a:t>mật</a:t>
            </a:r>
            <a:r>
              <a:rPr lang="en-US" sz="1800" dirty="0">
                <a:latin typeface="Aptos"/>
              </a:rPr>
              <a:t> </a:t>
            </a:r>
            <a:r>
              <a:rPr lang="en-US" sz="1800" dirty="0" err="1">
                <a:latin typeface="Aptos"/>
              </a:rPr>
              <a:t>tương</a:t>
            </a:r>
            <a:r>
              <a:rPr lang="en-US" sz="1800" dirty="0">
                <a:latin typeface="Aptos"/>
              </a:rPr>
              <a:t> </a:t>
            </a:r>
            <a:r>
              <a:rPr lang="en-US" sz="1800" dirty="0" err="1">
                <a:latin typeface="Aptos"/>
              </a:rPr>
              <a:t>ứng</a:t>
            </a:r>
            <a:r>
              <a:rPr lang="en-US" sz="1800" dirty="0">
                <a:latin typeface="Aptos"/>
              </a:rPr>
              <a:t>.</a:t>
            </a:r>
          </a:p>
          <a:p>
            <a:pPr marL="0" indent="0">
              <a:buNone/>
            </a:pPr>
            <a:br>
              <a:rPr lang="en-US" sz="1100" dirty="0"/>
            </a:br>
            <a:endParaRPr lang="en-US" sz="1100"/>
          </a:p>
          <a:p>
            <a:endParaRPr lang="en-US" sz="11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holding a paper with a picture of her&#10;&#10;AI-generated content may be incorrect.">
            <a:extLst>
              <a:ext uri="{FF2B5EF4-FFF2-40B4-BE49-F238E27FC236}">
                <a16:creationId xmlns:a16="http://schemas.microsoft.com/office/drawing/2014/main" id="{D2FD784F-A7C0-576F-258B-8F3D851FA9E4}"/>
              </a:ext>
            </a:extLst>
          </p:cNvPr>
          <p:cNvPicPr>
            <a:picLocks noChangeAspect="1"/>
          </p:cNvPicPr>
          <p:nvPr/>
        </p:nvPicPr>
        <p:blipFill>
          <a:blip r:embed="rId2"/>
          <a:srcRect t="3900" r="-2" b="6430"/>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4160048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13D5401-379E-3ADB-C124-32324B9F0F5D}"/>
              </a:ext>
            </a:extLst>
          </p:cNvPr>
          <p:cNvSpPr>
            <a:spLocks noGrp="1"/>
          </p:cNvSpPr>
          <p:nvPr>
            <p:ph type="title"/>
          </p:nvPr>
        </p:nvSpPr>
        <p:spPr>
          <a:xfrm>
            <a:off x="838200" y="365125"/>
            <a:ext cx="5393361" cy="1325563"/>
          </a:xfrm>
        </p:spPr>
        <p:txBody>
          <a:bodyPr vert="horz" lIns="91440" tIns="45720" rIns="91440" bIns="45720" rtlCol="0" anchor="ctr">
            <a:noAutofit/>
          </a:bodyPr>
          <a:lstStyle/>
          <a:p>
            <a:r>
              <a:rPr lang="en-US" sz="1800" b="1" dirty="0">
                <a:ea typeface="+mj-lt"/>
                <a:cs typeface="+mj-lt"/>
              </a:rPr>
              <a:t>Báo Cáo </a:t>
            </a:r>
            <a:r>
              <a:rPr lang="en-US" sz="1800" b="1" err="1">
                <a:ea typeface="+mj-lt"/>
                <a:cs typeface="+mj-lt"/>
              </a:rPr>
              <a:t>Kỹ</a:t>
            </a:r>
            <a:r>
              <a:rPr lang="en-US" sz="1800" b="1" dirty="0">
                <a:ea typeface="+mj-lt"/>
                <a:cs typeface="+mj-lt"/>
              </a:rPr>
              <a:t> </a:t>
            </a:r>
            <a:r>
              <a:rPr lang="en-US" sz="1800" b="1" err="1">
                <a:ea typeface="+mj-lt"/>
                <a:cs typeface="+mj-lt"/>
              </a:rPr>
              <a:t>Thuật</a:t>
            </a:r>
            <a:r>
              <a:rPr lang="en-US" sz="1800" b="1" dirty="0">
                <a:ea typeface="+mj-lt"/>
                <a:cs typeface="+mj-lt"/>
              </a:rPr>
              <a:t>: </a:t>
            </a:r>
            <a:r>
              <a:rPr lang="en-US" sz="1800" b="1" err="1">
                <a:ea typeface="+mj-lt"/>
                <a:cs typeface="+mj-lt"/>
              </a:rPr>
              <a:t>Tổng</a:t>
            </a:r>
            <a:r>
              <a:rPr lang="en-US" sz="1800" b="1" dirty="0">
                <a:ea typeface="+mj-lt"/>
                <a:cs typeface="+mj-lt"/>
              </a:rPr>
              <a:t> Quan </a:t>
            </a:r>
            <a:r>
              <a:rPr lang="en-US" sz="1800" b="1" err="1">
                <a:ea typeface="+mj-lt"/>
                <a:cs typeface="+mj-lt"/>
              </a:rPr>
              <a:t>Về</a:t>
            </a:r>
            <a:r>
              <a:rPr lang="en-US" sz="1800" b="1" dirty="0">
                <a:ea typeface="+mj-lt"/>
                <a:cs typeface="+mj-lt"/>
              </a:rPr>
              <a:t> Các Phương </a:t>
            </a:r>
            <a:r>
              <a:rPr lang="en-US" sz="1800" b="1" err="1">
                <a:ea typeface="+mj-lt"/>
                <a:cs typeface="+mj-lt"/>
              </a:rPr>
              <a:t>Thức</a:t>
            </a:r>
            <a:r>
              <a:rPr lang="en-US" sz="1800" b="1" dirty="0">
                <a:ea typeface="+mj-lt"/>
                <a:cs typeface="+mj-lt"/>
              </a:rPr>
              <a:t> </a:t>
            </a:r>
            <a:r>
              <a:rPr lang="en-US" sz="1800" b="1" err="1">
                <a:ea typeface="+mj-lt"/>
                <a:cs typeface="+mj-lt"/>
              </a:rPr>
              <a:t>Tấn</a:t>
            </a:r>
            <a:r>
              <a:rPr lang="en-US" sz="1800" b="1" dirty="0">
                <a:ea typeface="+mj-lt"/>
                <a:cs typeface="+mj-lt"/>
              </a:rPr>
              <a:t> Công </a:t>
            </a:r>
            <a:r>
              <a:rPr lang="en-US" sz="1800" b="1" err="1">
                <a:ea typeface="+mj-lt"/>
                <a:cs typeface="+mj-lt"/>
              </a:rPr>
              <a:t>và</a:t>
            </a:r>
            <a:r>
              <a:rPr lang="en-US" sz="1800" b="1" dirty="0">
                <a:ea typeface="+mj-lt"/>
                <a:cs typeface="+mj-lt"/>
              </a:rPr>
              <a:t> </a:t>
            </a:r>
            <a:r>
              <a:rPr lang="en-US" sz="1800" b="1" err="1">
                <a:ea typeface="+mj-lt"/>
                <a:cs typeface="+mj-lt"/>
              </a:rPr>
              <a:t>Chiến</a:t>
            </a:r>
            <a:r>
              <a:rPr lang="en-US" sz="1800" b="1" dirty="0">
                <a:ea typeface="+mj-lt"/>
                <a:cs typeface="+mj-lt"/>
              </a:rPr>
              <a:t> </a:t>
            </a:r>
            <a:r>
              <a:rPr lang="en-US" sz="1800" b="1" err="1">
                <a:ea typeface="+mj-lt"/>
                <a:cs typeface="+mj-lt"/>
              </a:rPr>
              <a:t>Lược</a:t>
            </a:r>
            <a:r>
              <a:rPr lang="en-US" sz="1800" b="1" dirty="0">
                <a:ea typeface="+mj-lt"/>
                <a:cs typeface="+mj-lt"/>
              </a:rPr>
              <a:t> Bảo </a:t>
            </a:r>
            <a:r>
              <a:rPr lang="en-US" sz="1800" b="1" err="1">
                <a:ea typeface="+mj-lt"/>
                <a:cs typeface="+mj-lt"/>
              </a:rPr>
              <a:t>Mật</a:t>
            </a:r>
            <a:r>
              <a:rPr lang="en-US" sz="1800" b="1" dirty="0">
                <a:ea typeface="+mj-lt"/>
                <a:cs typeface="+mj-lt"/>
              </a:rPr>
              <a:t> Trang Web</a:t>
            </a:r>
            <a:endParaRPr lang="en-US" sz="1800"/>
          </a:p>
          <a:p>
            <a:r>
              <a:rPr lang="en-US" sz="1800" b="1" err="1">
                <a:ea typeface="+mj-lt"/>
                <a:cs typeface="+mj-lt"/>
              </a:rPr>
              <a:t>Người</a:t>
            </a:r>
            <a:r>
              <a:rPr lang="en-US" sz="1800" b="1" dirty="0">
                <a:ea typeface="+mj-lt"/>
                <a:cs typeface="+mj-lt"/>
              </a:rPr>
              <a:t> </a:t>
            </a:r>
            <a:r>
              <a:rPr lang="en-US" sz="1800" b="1" err="1">
                <a:ea typeface="+mj-lt"/>
                <a:cs typeface="+mj-lt"/>
              </a:rPr>
              <a:t>thực</a:t>
            </a:r>
            <a:r>
              <a:rPr lang="en-US" sz="1800" b="1" dirty="0">
                <a:ea typeface="+mj-lt"/>
                <a:cs typeface="+mj-lt"/>
              </a:rPr>
              <a:t> </a:t>
            </a:r>
            <a:r>
              <a:rPr lang="en-US" sz="1800" b="1" err="1">
                <a:ea typeface="+mj-lt"/>
                <a:cs typeface="+mj-lt"/>
              </a:rPr>
              <a:t>hiện</a:t>
            </a:r>
            <a:r>
              <a:rPr lang="en-US" sz="1800" b="1" dirty="0">
                <a:ea typeface="+mj-lt"/>
                <a:cs typeface="+mj-lt"/>
              </a:rPr>
              <a:t>:</a:t>
            </a:r>
            <a:r>
              <a:rPr lang="en-US" sz="1800" dirty="0">
                <a:ea typeface="+mj-lt"/>
                <a:cs typeface="+mj-lt"/>
              </a:rPr>
              <a:t>  </a:t>
            </a:r>
            <a:r>
              <a:rPr lang="en-US" sz="1800" err="1">
                <a:ea typeface="+mj-lt"/>
                <a:cs typeface="+mj-lt"/>
              </a:rPr>
              <a:t>Nhóm</a:t>
            </a:r>
            <a:r>
              <a:rPr lang="en-US" sz="1800" dirty="0">
                <a:ea typeface="+mj-lt"/>
                <a:cs typeface="+mj-lt"/>
              </a:rPr>
              <a:t> </a:t>
            </a:r>
            <a:r>
              <a:rPr lang="en-US" sz="1800" err="1">
                <a:ea typeface="+mj-lt"/>
                <a:cs typeface="+mj-lt"/>
              </a:rPr>
              <a:t>hight</a:t>
            </a:r>
            <a:r>
              <a:rPr lang="en-US" sz="1800" dirty="0">
                <a:ea typeface="+mj-lt"/>
                <a:cs typeface="+mj-lt"/>
              </a:rPr>
              <a:t> </a:t>
            </a:r>
            <a:r>
              <a:rPr lang="en-US" sz="1800" err="1">
                <a:ea typeface="+mj-lt"/>
                <a:cs typeface="+mj-lt"/>
              </a:rPr>
              <a:t>vuýp</a:t>
            </a:r>
            <a:br>
              <a:rPr lang="en-US" sz="1800" dirty="0">
                <a:ea typeface="+mj-lt"/>
                <a:cs typeface="+mj-lt"/>
              </a:rPr>
            </a:br>
            <a:r>
              <a:rPr lang="en-US" sz="1800" err="1">
                <a:ea typeface="+mj-lt"/>
                <a:cs typeface="+mj-lt"/>
              </a:rPr>
              <a:t>Lớp</a:t>
            </a:r>
            <a:r>
              <a:rPr lang="en-US" sz="1800" dirty="0">
                <a:ea typeface="+mj-lt"/>
                <a:cs typeface="+mj-lt"/>
              </a:rPr>
              <a:t>: CNTT3</a:t>
            </a:r>
            <a:br>
              <a:rPr lang="en-US" sz="1800" dirty="0">
                <a:ea typeface="+mj-lt"/>
                <a:cs typeface="+mj-lt"/>
              </a:rPr>
            </a:br>
            <a:r>
              <a:rPr lang="en-US" sz="1800" err="1">
                <a:ea typeface="+mj-lt"/>
                <a:cs typeface="+mj-lt"/>
              </a:rPr>
              <a:t>Giáo</a:t>
            </a:r>
            <a:r>
              <a:rPr lang="en-US" sz="1800" dirty="0">
                <a:ea typeface="+mj-lt"/>
                <a:cs typeface="+mj-lt"/>
              </a:rPr>
              <a:t> </a:t>
            </a:r>
            <a:r>
              <a:rPr lang="en-US" sz="1800" err="1">
                <a:ea typeface="+mj-lt"/>
                <a:cs typeface="+mj-lt"/>
              </a:rPr>
              <a:t>viên</a:t>
            </a:r>
            <a:r>
              <a:rPr lang="en-US" sz="1800" dirty="0">
                <a:ea typeface="+mj-lt"/>
                <a:cs typeface="+mj-lt"/>
              </a:rPr>
              <a:t> </a:t>
            </a:r>
            <a:r>
              <a:rPr lang="en-US" sz="1800" err="1">
                <a:ea typeface="+mj-lt"/>
                <a:cs typeface="+mj-lt"/>
              </a:rPr>
              <a:t>hướng</a:t>
            </a:r>
            <a:r>
              <a:rPr lang="en-US" sz="1800" dirty="0">
                <a:ea typeface="+mj-lt"/>
                <a:cs typeface="+mj-lt"/>
              </a:rPr>
              <a:t> </a:t>
            </a:r>
            <a:r>
              <a:rPr lang="en-US" sz="1800" err="1">
                <a:ea typeface="+mj-lt"/>
                <a:cs typeface="+mj-lt"/>
              </a:rPr>
              <a:t>dẫn</a:t>
            </a:r>
            <a:r>
              <a:rPr lang="en-US" sz="1800" dirty="0">
                <a:ea typeface="+mj-lt"/>
                <a:cs typeface="+mj-lt"/>
              </a:rPr>
              <a:t>: Ngọ Văn Quý</a:t>
            </a:r>
            <a:endParaRPr lang="en-US" sz="1800" dirty="0"/>
          </a:p>
          <a:p>
            <a:endParaRPr lang="en-US" sz="1400"/>
          </a:p>
        </p:txBody>
      </p:sp>
      <p:sp>
        <p:nvSpPr>
          <p:cNvPr id="3" name="Content Placeholder 2">
            <a:extLst>
              <a:ext uri="{FF2B5EF4-FFF2-40B4-BE49-F238E27FC236}">
                <a16:creationId xmlns:a16="http://schemas.microsoft.com/office/drawing/2014/main" id="{56AC5307-397B-2F1A-EF4B-28468534F097}"/>
              </a:ext>
            </a:extLst>
          </p:cNvPr>
          <p:cNvSpPr>
            <a:spLocks noGrp="1"/>
          </p:cNvSpPr>
          <p:nvPr>
            <p:ph idx="1"/>
          </p:nvPr>
        </p:nvSpPr>
        <p:spPr>
          <a:xfrm>
            <a:off x="838200" y="1825625"/>
            <a:ext cx="5393361" cy="4351338"/>
          </a:xfrm>
        </p:spPr>
        <p:txBody>
          <a:bodyPr vert="horz" lIns="91440" tIns="45720" rIns="91440" bIns="45720" rtlCol="0">
            <a:normAutofit/>
          </a:bodyPr>
          <a:lstStyle/>
          <a:p>
            <a:r>
              <a:rPr lang="en-US" sz="2000" b="1">
                <a:latin typeface="Calibri"/>
                <a:ea typeface="+mn-lt"/>
                <a:cs typeface="+mn-lt"/>
              </a:rPr>
              <a:t>1. </a:t>
            </a:r>
            <a:r>
              <a:rPr lang="en-US" sz="2000" b="1" err="1">
                <a:latin typeface="Calibri"/>
                <a:ea typeface="+mn-lt"/>
                <a:cs typeface="+mn-lt"/>
              </a:rPr>
              <a:t>Giới</a:t>
            </a:r>
            <a:r>
              <a:rPr lang="en-US" sz="2000" b="1">
                <a:latin typeface="Calibri"/>
                <a:ea typeface="+mn-lt"/>
                <a:cs typeface="+mn-lt"/>
              </a:rPr>
              <a:t> </a:t>
            </a:r>
            <a:r>
              <a:rPr lang="en-US" sz="2000" b="1" err="1">
                <a:latin typeface="Calibri"/>
                <a:ea typeface="+mn-lt"/>
                <a:cs typeface="+mn-lt"/>
              </a:rPr>
              <a:t>Thiệu</a:t>
            </a:r>
            <a:r>
              <a:rPr lang="en-US" sz="2000" b="1">
                <a:latin typeface="Calibri"/>
                <a:ea typeface="+mn-lt"/>
                <a:cs typeface="+mn-lt"/>
              </a:rPr>
              <a:t> (Introduction)</a:t>
            </a:r>
            <a:endParaRPr lang="en-US" sz="2000">
              <a:latin typeface="Calibri"/>
              <a:ea typeface="Calibri"/>
              <a:cs typeface="Calibri"/>
            </a:endParaRPr>
          </a:p>
          <a:p>
            <a:r>
              <a:rPr lang="en-US" sz="2000" err="1">
                <a:latin typeface="Calibri"/>
                <a:ea typeface="+mn-lt"/>
                <a:cs typeface="+mn-lt"/>
              </a:rPr>
              <a:t>Bài</a:t>
            </a:r>
            <a:r>
              <a:rPr lang="en-US" sz="2000">
                <a:latin typeface="Calibri"/>
                <a:ea typeface="+mn-lt"/>
                <a:cs typeface="+mn-lt"/>
              </a:rPr>
              <a:t> </a:t>
            </a:r>
            <a:r>
              <a:rPr lang="en-US" sz="2000" err="1">
                <a:latin typeface="Calibri"/>
                <a:ea typeface="+mn-lt"/>
                <a:cs typeface="+mn-lt"/>
              </a:rPr>
              <a:t>báo</a:t>
            </a:r>
            <a:r>
              <a:rPr lang="en-US" sz="2000">
                <a:latin typeface="Calibri"/>
                <a:ea typeface="+mn-lt"/>
                <a:cs typeface="+mn-lt"/>
              </a:rPr>
              <a:t> </a:t>
            </a:r>
            <a:r>
              <a:rPr lang="en-US" sz="2000" err="1">
                <a:latin typeface="Calibri"/>
                <a:ea typeface="+mn-lt"/>
                <a:cs typeface="+mn-lt"/>
              </a:rPr>
              <a:t>cáo</a:t>
            </a:r>
            <a:r>
              <a:rPr lang="en-US" sz="2000">
                <a:latin typeface="Calibri"/>
                <a:ea typeface="+mn-lt"/>
                <a:cs typeface="+mn-lt"/>
              </a:rPr>
              <a:t> </a:t>
            </a:r>
            <a:r>
              <a:rPr lang="en-US" sz="2000" err="1">
                <a:latin typeface="Calibri"/>
                <a:ea typeface="+mn-lt"/>
                <a:cs typeface="+mn-lt"/>
              </a:rPr>
              <a:t>này</a:t>
            </a:r>
            <a:r>
              <a:rPr lang="en-US" sz="2000">
                <a:latin typeface="Calibri"/>
                <a:ea typeface="+mn-lt"/>
                <a:cs typeface="+mn-lt"/>
              </a:rPr>
              <a:t> </a:t>
            </a:r>
            <a:r>
              <a:rPr lang="en-US" sz="2000" err="1">
                <a:latin typeface="Calibri"/>
                <a:ea typeface="+mn-lt"/>
                <a:cs typeface="+mn-lt"/>
              </a:rPr>
              <a:t>nhằm</a:t>
            </a:r>
            <a:r>
              <a:rPr lang="en-US" sz="2000">
                <a:latin typeface="Calibri"/>
                <a:ea typeface="+mn-lt"/>
                <a:cs typeface="+mn-lt"/>
              </a:rPr>
              <a:t> </a:t>
            </a:r>
            <a:r>
              <a:rPr lang="en-US" sz="2000" err="1">
                <a:latin typeface="Calibri"/>
                <a:ea typeface="+mn-lt"/>
                <a:cs typeface="+mn-lt"/>
              </a:rPr>
              <a:t>mục</a:t>
            </a:r>
            <a:r>
              <a:rPr lang="en-US" sz="2000">
                <a:latin typeface="Calibri"/>
                <a:ea typeface="+mn-lt"/>
                <a:cs typeface="+mn-lt"/>
              </a:rPr>
              <a:t> </a:t>
            </a:r>
            <a:r>
              <a:rPr lang="en-US" sz="2000" err="1">
                <a:latin typeface="Calibri"/>
                <a:ea typeface="+mn-lt"/>
                <a:cs typeface="+mn-lt"/>
              </a:rPr>
              <a:t>đích</a:t>
            </a:r>
            <a:r>
              <a:rPr lang="en-US" sz="2000">
                <a:latin typeface="Calibri"/>
                <a:ea typeface="+mn-lt"/>
                <a:cs typeface="+mn-lt"/>
              </a:rPr>
              <a:t> </a:t>
            </a:r>
            <a:r>
              <a:rPr lang="en-US" sz="2000" err="1">
                <a:latin typeface="Calibri"/>
                <a:ea typeface="+mn-lt"/>
                <a:cs typeface="+mn-lt"/>
              </a:rPr>
              <a:t>cung</a:t>
            </a:r>
            <a:r>
              <a:rPr lang="en-US" sz="2000">
                <a:latin typeface="Calibri"/>
                <a:ea typeface="+mn-lt"/>
                <a:cs typeface="+mn-lt"/>
              </a:rPr>
              <a:t> </a:t>
            </a:r>
            <a:r>
              <a:rPr lang="en-US" sz="2000" err="1">
                <a:latin typeface="Calibri"/>
                <a:ea typeface="+mn-lt"/>
                <a:cs typeface="+mn-lt"/>
              </a:rPr>
              <a:t>cấp</a:t>
            </a:r>
            <a:r>
              <a:rPr lang="en-US" sz="2000">
                <a:latin typeface="Calibri"/>
                <a:ea typeface="+mn-lt"/>
                <a:cs typeface="+mn-lt"/>
              </a:rPr>
              <a:t> </a:t>
            </a:r>
            <a:r>
              <a:rPr lang="en-US" sz="2000" err="1">
                <a:latin typeface="Calibri"/>
                <a:ea typeface="+mn-lt"/>
                <a:cs typeface="+mn-lt"/>
              </a:rPr>
              <a:t>cái</a:t>
            </a:r>
            <a:r>
              <a:rPr lang="en-US" sz="2000">
                <a:latin typeface="Calibri"/>
                <a:ea typeface="+mn-lt"/>
                <a:cs typeface="+mn-lt"/>
              </a:rPr>
              <a:t> </a:t>
            </a:r>
            <a:r>
              <a:rPr lang="en-US" sz="2000" err="1">
                <a:latin typeface="Calibri"/>
                <a:ea typeface="+mn-lt"/>
                <a:cs typeface="+mn-lt"/>
              </a:rPr>
              <a:t>nhìn</a:t>
            </a:r>
            <a:r>
              <a:rPr lang="en-US" sz="2000">
                <a:latin typeface="Calibri"/>
                <a:ea typeface="+mn-lt"/>
                <a:cs typeface="+mn-lt"/>
              </a:rPr>
              <a:t> </a:t>
            </a:r>
            <a:r>
              <a:rPr lang="en-US" sz="2000" err="1">
                <a:latin typeface="Calibri"/>
                <a:ea typeface="+mn-lt"/>
                <a:cs typeface="+mn-lt"/>
              </a:rPr>
              <a:t>tổng</a:t>
            </a:r>
            <a:r>
              <a:rPr lang="en-US" sz="2000">
                <a:latin typeface="Calibri"/>
                <a:ea typeface="+mn-lt"/>
                <a:cs typeface="+mn-lt"/>
              </a:rPr>
              <a:t> </a:t>
            </a:r>
            <a:r>
              <a:rPr lang="en-US" sz="2000" err="1">
                <a:latin typeface="Calibri"/>
                <a:ea typeface="+mn-lt"/>
                <a:cs typeface="+mn-lt"/>
              </a:rPr>
              <a:t>quan</a:t>
            </a:r>
            <a:r>
              <a:rPr lang="en-US" sz="2000">
                <a:latin typeface="Calibri"/>
                <a:ea typeface="+mn-lt"/>
                <a:cs typeface="+mn-lt"/>
              </a:rPr>
              <a:t> </a:t>
            </a:r>
            <a:r>
              <a:rPr lang="en-US" sz="2000" err="1">
                <a:latin typeface="Calibri"/>
                <a:ea typeface="+mn-lt"/>
                <a:cs typeface="+mn-lt"/>
              </a:rPr>
              <a:t>toàn</a:t>
            </a:r>
            <a:r>
              <a:rPr lang="en-US" sz="2000">
                <a:latin typeface="Calibri"/>
                <a:ea typeface="+mn-lt"/>
                <a:cs typeface="+mn-lt"/>
              </a:rPr>
              <a:t> </a:t>
            </a:r>
            <a:r>
              <a:rPr lang="en-US" sz="2000" err="1">
                <a:latin typeface="Calibri"/>
                <a:ea typeface="+mn-lt"/>
                <a:cs typeface="+mn-lt"/>
              </a:rPr>
              <a:t>diện</a:t>
            </a:r>
            <a:r>
              <a:rPr lang="en-US" sz="2000">
                <a:latin typeface="Calibri"/>
                <a:ea typeface="+mn-lt"/>
                <a:cs typeface="+mn-lt"/>
              </a:rPr>
              <a:t> </a:t>
            </a:r>
            <a:r>
              <a:rPr lang="en-US" sz="2000" err="1">
                <a:latin typeface="Calibri"/>
                <a:ea typeface="+mn-lt"/>
                <a:cs typeface="+mn-lt"/>
              </a:rPr>
              <a:t>về</a:t>
            </a:r>
            <a:r>
              <a:rPr lang="en-US" sz="2000">
                <a:latin typeface="Calibri"/>
                <a:ea typeface="+mn-lt"/>
                <a:cs typeface="+mn-lt"/>
              </a:rPr>
              <a:t> </a:t>
            </a:r>
            <a:r>
              <a:rPr lang="en-US" sz="2000" err="1">
                <a:latin typeface="Calibri"/>
                <a:ea typeface="+mn-lt"/>
                <a:cs typeface="+mn-lt"/>
              </a:rPr>
              <a:t>bối</a:t>
            </a:r>
            <a:r>
              <a:rPr lang="en-US" sz="2000">
                <a:latin typeface="Calibri"/>
                <a:ea typeface="+mn-lt"/>
                <a:cs typeface="+mn-lt"/>
              </a:rPr>
              <a:t> </a:t>
            </a:r>
            <a:r>
              <a:rPr lang="en-US" sz="2000" err="1">
                <a:latin typeface="Calibri"/>
                <a:ea typeface="+mn-lt"/>
                <a:cs typeface="+mn-lt"/>
              </a:rPr>
              <a:t>cảnh</a:t>
            </a:r>
            <a:r>
              <a:rPr lang="en-US" sz="2000">
                <a:latin typeface="Calibri"/>
                <a:ea typeface="+mn-lt"/>
                <a:cs typeface="+mn-lt"/>
              </a:rPr>
              <a:t> an </a:t>
            </a:r>
            <a:r>
              <a:rPr lang="en-US" sz="2000" err="1">
                <a:latin typeface="Calibri"/>
                <a:ea typeface="+mn-lt"/>
                <a:cs typeface="+mn-lt"/>
              </a:rPr>
              <a:t>ninh</a:t>
            </a:r>
            <a:r>
              <a:rPr lang="en-US" sz="2000">
                <a:latin typeface="Calibri"/>
                <a:ea typeface="+mn-lt"/>
                <a:cs typeface="+mn-lt"/>
              </a:rPr>
              <a:t> </a:t>
            </a:r>
            <a:r>
              <a:rPr lang="en-US" sz="2000" err="1">
                <a:latin typeface="Calibri"/>
                <a:ea typeface="+mn-lt"/>
                <a:cs typeface="+mn-lt"/>
              </a:rPr>
              <a:t>mạng</a:t>
            </a:r>
            <a:r>
              <a:rPr lang="en-US" sz="2000">
                <a:latin typeface="Calibri"/>
                <a:ea typeface="+mn-lt"/>
                <a:cs typeface="+mn-lt"/>
              </a:rPr>
              <a:t> web </a:t>
            </a:r>
            <a:r>
              <a:rPr lang="en-US" sz="2000" err="1">
                <a:latin typeface="Calibri"/>
                <a:ea typeface="+mn-lt"/>
                <a:cs typeface="+mn-lt"/>
              </a:rPr>
              <a:t>hiện</a:t>
            </a:r>
            <a:r>
              <a:rPr lang="en-US" sz="2000">
                <a:latin typeface="Calibri"/>
                <a:ea typeface="+mn-lt"/>
                <a:cs typeface="+mn-lt"/>
              </a:rPr>
              <a:t> </a:t>
            </a:r>
            <a:r>
              <a:rPr lang="en-US" sz="2000" err="1">
                <a:latin typeface="Calibri"/>
                <a:ea typeface="+mn-lt"/>
                <a:cs typeface="+mn-lt"/>
              </a:rPr>
              <a:t>tại</a:t>
            </a:r>
            <a:r>
              <a:rPr lang="en-US" sz="2000">
                <a:latin typeface="Calibri"/>
                <a:ea typeface="+mn-lt"/>
                <a:cs typeface="+mn-lt"/>
              </a:rPr>
              <a:t>. </a:t>
            </a:r>
            <a:r>
              <a:rPr lang="en-US" sz="2000" err="1">
                <a:latin typeface="Calibri"/>
                <a:ea typeface="+mn-lt"/>
                <a:cs typeface="+mn-lt"/>
              </a:rPr>
              <a:t>Trọng</a:t>
            </a:r>
            <a:r>
              <a:rPr lang="en-US" sz="2000">
                <a:latin typeface="Calibri"/>
                <a:ea typeface="+mn-lt"/>
                <a:cs typeface="+mn-lt"/>
              </a:rPr>
              <a:t> </a:t>
            </a:r>
            <a:r>
              <a:rPr lang="en-US" sz="2000" err="1">
                <a:latin typeface="Calibri"/>
                <a:ea typeface="+mn-lt"/>
                <a:cs typeface="+mn-lt"/>
              </a:rPr>
              <a:t>tâm</a:t>
            </a:r>
            <a:r>
              <a:rPr lang="en-US" sz="2000">
                <a:latin typeface="Calibri"/>
                <a:ea typeface="+mn-lt"/>
                <a:cs typeface="+mn-lt"/>
              </a:rPr>
              <a:t> </a:t>
            </a:r>
            <a:r>
              <a:rPr lang="en-US" sz="2000" err="1">
                <a:latin typeface="Calibri"/>
                <a:ea typeface="+mn-lt"/>
                <a:cs typeface="+mn-lt"/>
              </a:rPr>
              <a:t>sẽ</a:t>
            </a:r>
            <a:r>
              <a:rPr lang="en-US" sz="2000">
                <a:latin typeface="Calibri"/>
                <a:ea typeface="+mn-lt"/>
                <a:cs typeface="+mn-lt"/>
              </a:rPr>
              <a:t> </a:t>
            </a:r>
            <a:r>
              <a:rPr lang="en-US" sz="2000" err="1">
                <a:latin typeface="Calibri"/>
                <a:ea typeface="+mn-lt"/>
                <a:cs typeface="+mn-lt"/>
              </a:rPr>
              <a:t>là</a:t>
            </a:r>
            <a:r>
              <a:rPr lang="en-US" sz="2000">
                <a:latin typeface="Calibri"/>
                <a:ea typeface="+mn-lt"/>
                <a:cs typeface="+mn-lt"/>
              </a:rPr>
              <a:t> </a:t>
            </a:r>
            <a:r>
              <a:rPr lang="en-US" sz="2000" err="1">
                <a:latin typeface="Calibri"/>
                <a:ea typeface="+mn-lt"/>
                <a:cs typeface="+mn-lt"/>
              </a:rPr>
              <a:t>phân</a:t>
            </a:r>
            <a:r>
              <a:rPr lang="en-US" sz="2000">
                <a:latin typeface="Calibri"/>
                <a:ea typeface="+mn-lt"/>
                <a:cs typeface="+mn-lt"/>
              </a:rPr>
              <a:t> </a:t>
            </a:r>
            <a:r>
              <a:rPr lang="en-US" sz="2000" err="1">
                <a:latin typeface="Calibri"/>
                <a:ea typeface="+mn-lt"/>
                <a:cs typeface="+mn-lt"/>
              </a:rPr>
              <a:t>tích</a:t>
            </a:r>
            <a:r>
              <a:rPr lang="en-US" sz="2000">
                <a:latin typeface="Calibri"/>
                <a:ea typeface="+mn-lt"/>
                <a:cs typeface="+mn-lt"/>
              </a:rPr>
              <a:t> </a:t>
            </a:r>
            <a:r>
              <a:rPr lang="en-US" sz="2000" err="1">
                <a:latin typeface="Calibri"/>
                <a:ea typeface="+mn-lt"/>
                <a:cs typeface="+mn-lt"/>
              </a:rPr>
              <a:t>các</a:t>
            </a:r>
            <a:r>
              <a:rPr lang="en-US" sz="2000">
                <a:latin typeface="Calibri"/>
                <a:ea typeface="+mn-lt"/>
                <a:cs typeface="+mn-lt"/>
              </a:rPr>
              <a:t> </a:t>
            </a:r>
            <a:r>
              <a:rPr lang="en-US" sz="2000" err="1">
                <a:latin typeface="Calibri"/>
                <a:ea typeface="+mn-lt"/>
                <a:cs typeface="+mn-lt"/>
              </a:rPr>
              <a:t>kỹ</a:t>
            </a:r>
            <a:r>
              <a:rPr lang="en-US" sz="2000">
                <a:latin typeface="Calibri"/>
                <a:ea typeface="+mn-lt"/>
                <a:cs typeface="+mn-lt"/>
              </a:rPr>
              <a:t> </a:t>
            </a:r>
            <a:r>
              <a:rPr lang="en-US" sz="2000" err="1">
                <a:latin typeface="Calibri"/>
                <a:ea typeface="+mn-lt"/>
                <a:cs typeface="+mn-lt"/>
              </a:rPr>
              <a:t>thuật</a:t>
            </a:r>
            <a:r>
              <a:rPr lang="en-US" sz="2000">
                <a:latin typeface="Calibri"/>
                <a:ea typeface="+mn-lt"/>
                <a:cs typeface="+mn-lt"/>
              </a:rPr>
              <a:t> </a:t>
            </a:r>
            <a:r>
              <a:rPr lang="en-US" sz="2000" err="1">
                <a:latin typeface="Calibri"/>
                <a:ea typeface="+mn-lt"/>
                <a:cs typeface="+mn-lt"/>
              </a:rPr>
              <a:t>tấn</a:t>
            </a:r>
            <a:r>
              <a:rPr lang="en-US" sz="2000">
                <a:latin typeface="Calibri"/>
                <a:ea typeface="+mn-lt"/>
                <a:cs typeface="+mn-lt"/>
              </a:rPr>
              <a:t> </a:t>
            </a:r>
            <a:r>
              <a:rPr lang="en-US" sz="2000" err="1">
                <a:latin typeface="Calibri"/>
                <a:ea typeface="+mn-lt"/>
                <a:cs typeface="+mn-lt"/>
              </a:rPr>
              <a:t>công</a:t>
            </a:r>
            <a:r>
              <a:rPr lang="en-US" sz="2000">
                <a:latin typeface="Calibri"/>
                <a:ea typeface="+mn-lt"/>
                <a:cs typeface="+mn-lt"/>
              </a:rPr>
              <a:t> </a:t>
            </a:r>
            <a:r>
              <a:rPr lang="en-US" sz="2000" err="1">
                <a:latin typeface="Calibri"/>
                <a:ea typeface="+mn-lt"/>
                <a:cs typeface="+mn-lt"/>
              </a:rPr>
              <a:t>phổ</a:t>
            </a:r>
            <a:r>
              <a:rPr lang="en-US" sz="2000">
                <a:latin typeface="Calibri"/>
                <a:ea typeface="+mn-lt"/>
                <a:cs typeface="+mn-lt"/>
              </a:rPr>
              <a:t> </a:t>
            </a:r>
            <a:r>
              <a:rPr lang="en-US" sz="2000" err="1">
                <a:latin typeface="Calibri"/>
                <a:ea typeface="+mn-lt"/>
                <a:cs typeface="+mn-lt"/>
              </a:rPr>
              <a:t>biến</a:t>
            </a:r>
            <a:r>
              <a:rPr lang="en-US" sz="2000">
                <a:latin typeface="Calibri"/>
                <a:ea typeface="+mn-lt"/>
                <a:cs typeface="+mn-lt"/>
              </a:rPr>
              <a:t> </a:t>
            </a:r>
            <a:r>
              <a:rPr lang="en-US" sz="2000" err="1">
                <a:latin typeface="Calibri"/>
                <a:ea typeface="+mn-lt"/>
                <a:cs typeface="+mn-lt"/>
              </a:rPr>
              <a:t>nhất</a:t>
            </a:r>
            <a:r>
              <a:rPr lang="en-US" sz="2000">
                <a:latin typeface="Calibri"/>
                <a:ea typeface="+mn-lt"/>
                <a:cs typeface="+mn-lt"/>
              </a:rPr>
              <a:t> </a:t>
            </a:r>
            <a:r>
              <a:rPr lang="en-US" sz="2000" err="1">
                <a:latin typeface="Calibri"/>
                <a:ea typeface="+mn-lt"/>
                <a:cs typeface="+mn-lt"/>
              </a:rPr>
              <a:t>mà</a:t>
            </a:r>
            <a:r>
              <a:rPr lang="en-US" sz="2000">
                <a:latin typeface="Calibri"/>
                <a:ea typeface="+mn-lt"/>
                <a:cs typeface="+mn-lt"/>
              </a:rPr>
              <a:t> </a:t>
            </a:r>
            <a:r>
              <a:rPr lang="en-US" sz="2000" err="1">
                <a:latin typeface="Calibri"/>
                <a:ea typeface="+mn-lt"/>
                <a:cs typeface="+mn-lt"/>
              </a:rPr>
              <a:t>các</a:t>
            </a:r>
            <a:r>
              <a:rPr lang="en-US" sz="2000">
                <a:latin typeface="Calibri"/>
                <a:ea typeface="+mn-lt"/>
                <a:cs typeface="+mn-lt"/>
              </a:rPr>
              <a:t> </a:t>
            </a:r>
            <a:r>
              <a:rPr lang="en-US" sz="2000" err="1">
                <a:latin typeface="Calibri"/>
                <a:ea typeface="+mn-lt"/>
                <a:cs typeface="+mn-lt"/>
              </a:rPr>
              <a:t>tác</a:t>
            </a:r>
            <a:r>
              <a:rPr lang="en-US" sz="2000">
                <a:latin typeface="Calibri"/>
                <a:ea typeface="+mn-lt"/>
                <a:cs typeface="+mn-lt"/>
              </a:rPr>
              <a:t> </a:t>
            </a:r>
            <a:r>
              <a:rPr lang="en-US" sz="2000" err="1">
                <a:latin typeface="Calibri"/>
                <a:ea typeface="+mn-lt"/>
                <a:cs typeface="+mn-lt"/>
              </a:rPr>
              <a:t>nhân</a:t>
            </a:r>
            <a:r>
              <a:rPr lang="en-US" sz="2000">
                <a:latin typeface="Calibri"/>
                <a:ea typeface="+mn-lt"/>
                <a:cs typeface="+mn-lt"/>
              </a:rPr>
              <a:t> </a:t>
            </a:r>
            <a:r>
              <a:rPr lang="en-US" sz="2000" err="1">
                <a:latin typeface="Calibri"/>
                <a:ea typeface="+mn-lt"/>
                <a:cs typeface="+mn-lt"/>
              </a:rPr>
              <a:t>đe</a:t>
            </a:r>
            <a:r>
              <a:rPr lang="en-US" sz="2000">
                <a:latin typeface="Calibri"/>
                <a:ea typeface="+mn-lt"/>
                <a:cs typeface="+mn-lt"/>
              </a:rPr>
              <a:t> </a:t>
            </a:r>
            <a:r>
              <a:rPr lang="en-US" sz="2000" err="1">
                <a:latin typeface="Calibri"/>
                <a:ea typeface="+mn-lt"/>
                <a:cs typeface="+mn-lt"/>
              </a:rPr>
              <a:t>dọa</a:t>
            </a:r>
            <a:r>
              <a:rPr lang="en-US" sz="2000">
                <a:latin typeface="Calibri"/>
                <a:ea typeface="+mn-lt"/>
                <a:cs typeface="+mn-lt"/>
              </a:rPr>
              <a:t> (threat actors) </a:t>
            </a:r>
            <a:r>
              <a:rPr lang="en-US" sz="2000" err="1">
                <a:latin typeface="Calibri"/>
                <a:ea typeface="+mn-lt"/>
                <a:cs typeface="+mn-lt"/>
              </a:rPr>
              <a:t>sử</a:t>
            </a:r>
            <a:r>
              <a:rPr lang="en-US" sz="2000">
                <a:latin typeface="Calibri"/>
                <a:ea typeface="+mn-lt"/>
                <a:cs typeface="+mn-lt"/>
              </a:rPr>
              <a:t> </a:t>
            </a:r>
            <a:r>
              <a:rPr lang="en-US" sz="2000" err="1">
                <a:latin typeface="Calibri"/>
                <a:ea typeface="+mn-lt"/>
                <a:cs typeface="+mn-lt"/>
              </a:rPr>
              <a:t>dụng</a:t>
            </a:r>
            <a:r>
              <a:rPr lang="en-US" sz="2000">
                <a:latin typeface="Calibri"/>
                <a:ea typeface="+mn-lt"/>
                <a:cs typeface="+mn-lt"/>
              </a:rPr>
              <a:t> </a:t>
            </a:r>
            <a:r>
              <a:rPr lang="en-US" sz="2000" err="1">
                <a:latin typeface="Calibri"/>
                <a:ea typeface="+mn-lt"/>
                <a:cs typeface="+mn-lt"/>
              </a:rPr>
              <a:t>để</a:t>
            </a:r>
            <a:r>
              <a:rPr lang="en-US" sz="2000">
                <a:latin typeface="Calibri"/>
                <a:ea typeface="+mn-lt"/>
                <a:cs typeface="+mn-lt"/>
              </a:rPr>
              <a:t> </a:t>
            </a:r>
            <a:r>
              <a:rPr lang="en-US" sz="2000" err="1">
                <a:latin typeface="Calibri"/>
                <a:ea typeface="+mn-lt"/>
                <a:cs typeface="+mn-lt"/>
              </a:rPr>
              <a:t>khai</a:t>
            </a:r>
            <a:r>
              <a:rPr lang="en-US" sz="2000">
                <a:latin typeface="Calibri"/>
                <a:ea typeface="+mn-lt"/>
                <a:cs typeface="+mn-lt"/>
              </a:rPr>
              <a:t> </a:t>
            </a:r>
            <a:r>
              <a:rPr lang="en-US" sz="2000" err="1">
                <a:latin typeface="Calibri"/>
                <a:ea typeface="+mn-lt"/>
                <a:cs typeface="+mn-lt"/>
              </a:rPr>
              <a:t>thác</a:t>
            </a:r>
            <a:r>
              <a:rPr lang="en-US" sz="2000">
                <a:latin typeface="Calibri"/>
                <a:ea typeface="+mn-lt"/>
                <a:cs typeface="+mn-lt"/>
              </a:rPr>
              <a:t> </a:t>
            </a:r>
            <a:r>
              <a:rPr lang="en-US" sz="2000" err="1">
                <a:latin typeface="Calibri"/>
                <a:ea typeface="+mn-lt"/>
                <a:cs typeface="+mn-lt"/>
              </a:rPr>
              <a:t>lỗ</a:t>
            </a:r>
            <a:r>
              <a:rPr lang="en-US" sz="2000">
                <a:latin typeface="Calibri"/>
                <a:ea typeface="+mn-lt"/>
                <a:cs typeface="+mn-lt"/>
              </a:rPr>
              <a:t> </a:t>
            </a:r>
            <a:r>
              <a:rPr lang="en-US" sz="2000" err="1">
                <a:latin typeface="Calibri"/>
                <a:ea typeface="+mn-lt"/>
                <a:cs typeface="+mn-lt"/>
              </a:rPr>
              <a:t>hổng</a:t>
            </a:r>
            <a:r>
              <a:rPr lang="en-US" sz="2000">
                <a:latin typeface="Calibri"/>
                <a:ea typeface="+mn-lt"/>
                <a:cs typeface="+mn-lt"/>
              </a:rPr>
              <a:t> </a:t>
            </a:r>
            <a:r>
              <a:rPr lang="en-US" sz="2000" err="1">
                <a:latin typeface="Calibri"/>
                <a:ea typeface="+mn-lt"/>
                <a:cs typeface="+mn-lt"/>
              </a:rPr>
              <a:t>bảo</a:t>
            </a:r>
            <a:r>
              <a:rPr lang="en-US" sz="2000">
                <a:latin typeface="Calibri"/>
                <a:ea typeface="+mn-lt"/>
                <a:cs typeface="+mn-lt"/>
              </a:rPr>
              <a:t> </a:t>
            </a:r>
            <a:r>
              <a:rPr lang="en-US" sz="2000" err="1">
                <a:latin typeface="Calibri"/>
                <a:ea typeface="+mn-lt"/>
                <a:cs typeface="+mn-lt"/>
              </a:rPr>
              <a:t>mật</a:t>
            </a:r>
            <a:r>
              <a:rPr lang="en-US" sz="2000">
                <a:latin typeface="Calibri"/>
                <a:ea typeface="+mn-lt"/>
                <a:cs typeface="+mn-lt"/>
              </a:rPr>
              <a:t> </a:t>
            </a:r>
            <a:r>
              <a:rPr lang="en-US" sz="2000" err="1">
                <a:latin typeface="Calibri"/>
                <a:ea typeface="+mn-lt"/>
                <a:cs typeface="+mn-lt"/>
              </a:rPr>
              <a:t>của</a:t>
            </a:r>
            <a:r>
              <a:rPr lang="en-US" sz="2000">
                <a:latin typeface="Calibri"/>
                <a:ea typeface="+mn-lt"/>
                <a:cs typeface="+mn-lt"/>
              </a:rPr>
              <a:t> </a:t>
            </a:r>
            <a:r>
              <a:rPr lang="en-US" sz="2000" err="1">
                <a:latin typeface="Calibri"/>
                <a:ea typeface="+mn-lt"/>
                <a:cs typeface="+mn-lt"/>
              </a:rPr>
              <a:t>các</a:t>
            </a:r>
            <a:r>
              <a:rPr lang="en-US" sz="2000">
                <a:latin typeface="Calibri"/>
                <a:ea typeface="+mn-lt"/>
                <a:cs typeface="+mn-lt"/>
              </a:rPr>
              <a:t> </a:t>
            </a:r>
            <a:r>
              <a:rPr lang="en-US" sz="2000" err="1">
                <a:latin typeface="Calibri"/>
                <a:ea typeface="+mn-lt"/>
                <a:cs typeface="+mn-lt"/>
              </a:rPr>
              <a:t>ứng</a:t>
            </a:r>
            <a:r>
              <a:rPr lang="en-US" sz="2000">
                <a:latin typeface="Calibri"/>
                <a:ea typeface="+mn-lt"/>
                <a:cs typeface="+mn-lt"/>
              </a:rPr>
              <a:t> </a:t>
            </a:r>
            <a:r>
              <a:rPr lang="en-US" sz="2000" err="1">
                <a:latin typeface="Calibri"/>
                <a:ea typeface="+mn-lt"/>
                <a:cs typeface="+mn-lt"/>
              </a:rPr>
              <a:t>dụng</a:t>
            </a:r>
            <a:r>
              <a:rPr lang="en-US" sz="2000">
                <a:latin typeface="Calibri"/>
                <a:ea typeface="+mn-lt"/>
                <a:cs typeface="+mn-lt"/>
              </a:rPr>
              <a:t> web. Song </a:t>
            </a:r>
            <a:r>
              <a:rPr lang="en-US" sz="2000" err="1">
                <a:latin typeface="Calibri"/>
                <a:ea typeface="+mn-lt"/>
                <a:cs typeface="+mn-lt"/>
              </a:rPr>
              <a:t>song</a:t>
            </a:r>
            <a:r>
              <a:rPr lang="en-US" sz="2000">
                <a:latin typeface="Calibri"/>
                <a:ea typeface="+mn-lt"/>
                <a:cs typeface="+mn-lt"/>
              </a:rPr>
              <a:t> </a:t>
            </a:r>
            <a:r>
              <a:rPr lang="en-US" sz="2000" err="1">
                <a:latin typeface="Calibri"/>
                <a:ea typeface="+mn-lt"/>
                <a:cs typeface="+mn-lt"/>
              </a:rPr>
              <a:t>đó</a:t>
            </a:r>
            <a:r>
              <a:rPr lang="en-US" sz="2000">
                <a:latin typeface="Calibri"/>
                <a:ea typeface="+mn-lt"/>
                <a:cs typeface="+mn-lt"/>
              </a:rPr>
              <a:t>, </a:t>
            </a:r>
            <a:r>
              <a:rPr lang="en-US" sz="2000" err="1">
                <a:latin typeface="Calibri"/>
                <a:ea typeface="+mn-lt"/>
                <a:cs typeface="+mn-lt"/>
              </a:rPr>
              <a:t>chúng</a:t>
            </a:r>
            <a:r>
              <a:rPr lang="en-US" sz="2000">
                <a:latin typeface="Calibri"/>
                <a:ea typeface="+mn-lt"/>
                <a:cs typeface="+mn-lt"/>
              </a:rPr>
              <a:t> ta </a:t>
            </a:r>
            <a:r>
              <a:rPr lang="en-US" sz="2000" err="1">
                <a:latin typeface="Calibri"/>
                <a:ea typeface="+mn-lt"/>
                <a:cs typeface="+mn-lt"/>
              </a:rPr>
              <a:t>sẽ</a:t>
            </a:r>
            <a:r>
              <a:rPr lang="en-US" sz="2000">
                <a:latin typeface="Calibri"/>
                <a:ea typeface="+mn-lt"/>
                <a:cs typeface="+mn-lt"/>
              </a:rPr>
              <a:t> </a:t>
            </a:r>
            <a:r>
              <a:rPr lang="en-US" sz="2000" err="1">
                <a:latin typeface="Calibri"/>
                <a:ea typeface="+mn-lt"/>
                <a:cs typeface="+mn-lt"/>
              </a:rPr>
              <a:t>trình</a:t>
            </a:r>
            <a:r>
              <a:rPr lang="en-US" sz="2000">
                <a:latin typeface="Calibri"/>
                <a:ea typeface="+mn-lt"/>
                <a:cs typeface="+mn-lt"/>
              </a:rPr>
              <a:t> </a:t>
            </a:r>
            <a:r>
              <a:rPr lang="en-US" sz="2000" err="1">
                <a:latin typeface="Calibri"/>
                <a:ea typeface="+mn-lt"/>
                <a:cs typeface="+mn-lt"/>
              </a:rPr>
              <a:t>bày</a:t>
            </a:r>
            <a:r>
              <a:rPr lang="en-US" sz="2000">
                <a:latin typeface="Calibri"/>
                <a:ea typeface="+mn-lt"/>
                <a:cs typeface="+mn-lt"/>
              </a:rPr>
              <a:t> </a:t>
            </a:r>
            <a:r>
              <a:rPr lang="en-US" sz="2000" err="1">
                <a:latin typeface="Calibri"/>
                <a:ea typeface="+mn-lt"/>
                <a:cs typeface="+mn-lt"/>
              </a:rPr>
              <a:t>các</a:t>
            </a:r>
            <a:r>
              <a:rPr lang="en-US" sz="2000">
                <a:latin typeface="Calibri"/>
                <a:ea typeface="+mn-lt"/>
                <a:cs typeface="+mn-lt"/>
              </a:rPr>
              <a:t> </a:t>
            </a:r>
            <a:r>
              <a:rPr lang="en-US" sz="2000" err="1">
                <a:latin typeface="Calibri"/>
                <a:ea typeface="+mn-lt"/>
                <a:cs typeface="+mn-lt"/>
              </a:rPr>
              <a:t>chiến</a:t>
            </a:r>
            <a:r>
              <a:rPr lang="en-US" sz="2000">
                <a:latin typeface="Calibri"/>
                <a:ea typeface="+mn-lt"/>
                <a:cs typeface="+mn-lt"/>
              </a:rPr>
              <a:t> </a:t>
            </a:r>
            <a:r>
              <a:rPr lang="en-US" sz="2000" err="1">
                <a:latin typeface="Calibri"/>
                <a:ea typeface="+mn-lt"/>
                <a:cs typeface="+mn-lt"/>
              </a:rPr>
              <a:t>lược</a:t>
            </a:r>
            <a:r>
              <a:rPr lang="en-US" sz="2000">
                <a:latin typeface="Calibri"/>
                <a:ea typeface="+mn-lt"/>
                <a:cs typeface="+mn-lt"/>
              </a:rPr>
              <a:t> </a:t>
            </a:r>
            <a:r>
              <a:rPr lang="en-US" sz="2000" err="1">
                <a:latin typeface="Calibri"/>
                <a:ea typeface="+mn-lt"/>
                <a:cs typeface="+mn-lt"/>
              </a:rPr>
              <a:t>và</a:t>
            </a:r>
            <a:r>
              <a:rPr lang="en-US" sz="2000">
                <a:latin typeface="Calibri"/>
                <a:ea typeface="+mn-lt"/>
                <a:cs typeface="+mn-lt"/>
              </a:rPr>
              <a:t> </a:t>
            </a:r>
            <a:r>
              <a:rPr lang="en-US" sz="2000" err="1">
                <a:latin typeface="Calibri"/>
                <a:ea typeface="+mn-lt"/>
                <a:cs typeface="+mn-lt"/>
              </a:rPr>
              <a:t>công</a:t>
            </a:r>
            <a:r>
              <a:rPr lang="en-US" sz="2000">
                <a:latin typeface="Calibri"/>
                <a:ea typeface="+mn-lt"/>
                <a:cs typeface="+mn-lt"/>
              </a:rPr>
              <a:t> </a:t>
            </a:r>
            <a:r>
              <a:rPr lang="en-US" sz="2000" err="1">
                <a:latin typeface="Calibri"/>
                <a:ea typeface="+mn-lt"/>
                <a:cs typeface="+mn-lt"/>
              </a:rPr>
              <a:t>nghệ</a:t>
            </a:r>
            <a:r>
              <a:rPr lang="en-US" sz="2000">
                <a:latin typeface="Calibri"/>
                <a:ea typeface="+mn-lt"/>
                <a:cs typeface="+mn-lt"/>
              </a:rPr>
              <a:t> </a:t>
            </a:r>
            <a:r>
              <a:rPr lang="en-US" sz="2000" err="1">
                <a:latin typeface="Calibri"/>
                <a:ea typeface="+mn-lt"/>
                <a:cs typeface="+mn-lt"/>
              </a:rPr>
              <a:t>phòng</a:t>
            </a:r>
            <a:r>
              <a:rPr lang="en-US" sz="2000">
                <a:latin typeface="Calibri"/>
                <a:ea typeface="+mn-lt"/>
                <a:cs typeface="+mn-lt"/>
              </a:rPr>
              <a:t> </a:t>
            </a:r>
            <a:r>
              <a:rPr lang="en-US" sz="2000" err="1">
                <a:latin typeface="Calibri"/>
                <a:ea typeface="+mn-lt"/>
                <a:cs typeface="+mn-lt"/>
              </a:rPr>
              <a:t>thủ</a:t>
            </a:r>
            <a:r>
              <a:rPr lang="en-US" sz="2000">
                <a:latin typeface="Calibri"/>
                <a:ea typeface="+mn-lt"/>
                <a:cs typeface="+mn-lt"/>
              </a:rPr>
              <a:t> </a:t>
            </a:r>
            <a:r>
              <a:rPr lang="en-US" sz="2000" err="1">
                <a:latin typeface="Calibri"/>
                <a:ea typeface="+mn-lt"/>
                <a:cs typeface="+mn-lt"/>
              </a:rPr>
              <a:t>hiệu</a:t>
            </a:r>
            <a:r>
              <a:rPr lang="en-US" sz="2000">
                <a:latin typeface="Calibri"/>
                <a:ea typeface="+mn-lt"/>
                <a:cs typeface="+mn-lt"/>
              </a:rPr>
              <a:t> </a:t>
            </a:r>
            <a:r>
              <a:rPr lang="en-US" sz="2000" err="1">
                <a:latin typeface="Calibri"/>
                <a:ea typeface="+mn-lt"/>
                <a:cs typeface="+mn-lt"/>
              </a:rPr>
              <a:t>quả</a:t>
            </a:r>
            <a:r>
              <a:rPr lang="en-US" sz="2000">
                <a:latin typeface="Calibri"/>
                <a:ea typeface="+mn-lt"/>
                <a:cs typeface="+mn-lt"/>
              </a:rPr>
              <a:t> </a:t>
            </a:r>
            <a:r>
              <a:rPr lang="en-US" sz="2000" err="1">
                <a:latin typeface="Calibri"/>
                <a:ea typeface="+mn-lt"/>
                <a:cs typeface="+mn-lt"/>
              </a:rPr>
              <a:t>để</a:t>
            </a:r>
            <a:r>
              <a:rPr lang="en-US" sz="2000">
                <a:latin typeface="Calibri"/>
                <a:ea typeface="+mn-lt"/>
                <a:cs typeface="+mn-lt"/>
              </a:rPr>
              <a:t> </a:t>
            </a:r>
            <a:r>
              <a:rPr lang="en-US" sz="2000" err="1">
                <a:latin typeface="Calibri"/>
                <a:ea typeface="+mn-lt"/>
                <a:cs typeface="+mn-lt"/>
              </a:rPr>
              <a:t>giảm</a:t>
            </a:r>
            <a:r>
              <a:rPr lang="en-US" sz="2000">
                <a:latin typeface="Calibri"/>
                <a:ea typeface="+mn-lt"/>
                <a:cs typeface="+mn-lt"/>
              </a:rPr>
              <a:t> </a:t>
            </a:r>
            <a:r>
              <a:rPr lang="en-US" sz="2000" err="1">
                <a:latin typeface="Calibri"/>
                <a:ea typeface="+mn-lt"/>
                <a:cs typeface="+mn-lt"/>
              </a:rPr>
              <a:t>thiểu</a:t>
            </a:r>
            <a:r>
              <a:rPr lang="en-US" sz="2000">
                <a:latin typeface="Calibri"/>
                <a:ea typeface="+mn-lt"/>
                <a:cs typeface="+mn-lt"/>
              </a:rPr>
              <a:t> </a:t>
            </a:r>
            <a:r>
              <a:rPr lang="en-US" sz="2000" err="1">
                <a:latin typeface="Calibri"/>
                <a:ea typeface="+mn-lt"/>
                <a:cs typeface="+mn-lt"/>
              </a:rPr>
              <a:t>rủi</a:t>
            </a:r>
            <a:r>
              <a:rPr lang="en-US" sz="2000">
                <a:latin typeface="Calibri"/>
                <a:ea typeface="+mn-lt"/>
                <a:cs typeface="+mn-lt"/>
              </a:rPr>
              <a:t> </a:t>
            </a:r>
            <a:r>
              <a:rPr lang="en-US" sz="2000" err="1">
                <a:latin typeface="Calibri"/>
                <a:ea typeface="+mn-lt"/>
                <a:cs typeface="+mn-lt"/>
              </a:rPr>
              <a:t>ro</a:t>
            </a:r>
            <a:r>
              <a:rPr lang="en-US" sz="2000">
                <a:latin typeface="Calibri"/>
                <a:ea typeface="+mn-lt"/>
                <a:cs typeface="+mn-lt"/>
              </a:rPr>
              <a:t> </a:t>
            </a:r>
            <a:r>
              <a:rPr lang="en-US" sz="2000" err="1">
                <a:latin typeface="Calibri"/>
                <a:ea typeface="+mn-lt"/>
                <a:cs typeface="+mn-lt"/>
              </a:rPr>
              <a:t>và</a:t>
            </a:r>
            <a:r>
              <a:rPr lang="en-US" sz="2000">
                <a:latin typeface="Calibri"/>
                <a:ea typeface="+mn-lt"/>
                <a:cs typeface="+mn-lt"/>
              </a:rPr>
              <a:t> </a:t>
            </a:r>
            <a:r>
              <a:rPr lang="en-US" sz="2000" err="1">
                <a:latin typeface="Calibri"/>
                <a:ea typeface="+mn-lt"/>
                <a:cs typeface="+mn-lt"/>
              </a:rPr>
              <a:t>bảo</a:t>
            </a:r>
            <a:r>
              <a:rPr lang="en-US" sz="2000">
                <a:latin typeface="Calibri"/>
                <a:ea typeface="+mn-lt"/>
                <a:cs typeface="+mn-lt"/>
              </a:rPr>
              <a:t> </a:t>
            </a:r>
            <a:r>
              <a:rPr lang="en-US" sz="2000" err="1">
                <a:latin typeface="Calibri"/>
                <a:ea typeface="+mn-lt"/>
                <a:cs typeface="+mn-lt"/>
              </a:rPr>
              <a:t>vệ</a:t>
            </a:r>
            <a:r>
              <a:rPr lang="en-US" sz="2000">
                <a:latin typeface="Calibri"/>
                <a:ea typeface="+mn-lt"/>
                <a:cs typeface="+mn-lt"/>
              </a:rPr>
              <a:t> </a:t>
            </a:r>
            <a:r>
              <a:rPr lang="en-US" sz="2000" err="1">
                <a:latin typeface="Calibri"/>
                <a:ea typeface="+mn-lt"/>
                <a:cs typeface="+mn-lt"/>
              </a:rPr>
              <a:t>tài</a:t>
            </a:r>
            <a:r>
              <a:rPr lang="en-US" sz="2000">
                <a:latin typeface="Calibri"/>
                <a:ea typeface="+mn-lt"/>
                <a:cs typeface="+mn-lt"/>
              </a:rPr>
              <a:t> </a:t>
            </a:r>
            <a:r>
              <a:rPr lang="en-US" sz="2000" err="1">
                <a:latin typeface="Calibri"/>
                <a:ea typeface="+mn-lt"/>
                <a:cs typeface="+mn-lt"/>
              </a:rPr>
              <a:t>nguyên</a:t>
            </a:r>
            <a:r>
              <a:rPr lang="en-US" sz="2000">
                <a:latin typeface="Calibri"/>
                <a:ea typeface="+mn-lt"/>
                <a:cs typeface="+mn-lt"/>
              </a:rPr>
              <a:t> </a:t>
            </a:r>
            <a:r>
              <a:rPr lang="en-US" sz="2000" err="1">
                <a:latin typeface="Calibri"/>
                <a:ea typeface="+mn-lt"/>
                <a:cs typeface="+mn-lt"/>
              </a:rPr>
              <a:t>kỹ</a:t>
            </a:r>
            <a:r>
              <a:rPr lang="en-US" sz="2000">
                <a:latin typeface="Calibri"/>
                <a:ea typeface="+mn-lt"/>
                <a:cs typeface="+mn-lt"/>
              </a:rPr>
              <a:t> </a:t>
            </a:r>
            <a:r>
              <a:rPr lang="en-US" sz="2000" err="1">
                <a:latin typeface="Calibri"/>
                <a:ea typeface="+mn-lt"/>
                <a:cs typeface="+mn-lt"/>
              </a:rPr>
              <a:t>thuật</a:t>
            </a:r>
            <a:r>
              <a:rPr lang="en-US" sz="2000">
                <a:latin typeface="Calibri"/>
                <a:ea typeface="+mn-lt"/>
                <a:cs typeface="+mn-lt"/>
              </a:rPr>
              <a:t> </a:t>
            </a:r>
            <a:r>
              <a:rPr lang="en-US" sz="2000" err="1">
                <a:latin typeface="Calibri"/>
                <a:ea typeface="+mn-lt"/>
                <a:cs typeface="+mn-lt"/>
              </a:rPr>
              <a:t>số</a:t>
            </a:r>
            <a:r>
              <a:rPr lang="en-US" sz="2000">
                <a:latin typeface="Calibri"/>
                <a:ea typeface="+mn-lt"/>
                <a:cs typeface="+mn-lt"/>
              </a:rPr>
              <a:t>.</a:t>
            </a:r>
            <a:endParaRPr lang="en-US" sz="2000">
              <a:latin typeface="Calibri"/>
              <a:ea typeface="Calibri"/>
              <a:cs typeface="Calibri"/>
            </a:endParaRPr>
          </a:p>
          <a:p>
            <a:r>
              <a:rPr lang="en-US" sz="2000" err="1">
                <a:latin typeface="Calibri"/>
                <a:ea typeface="+mn-lt"/>
                <a:cs typeface="+mn-lt"/>
              </a:rPr>
              <a:t>Mục</a:t>
            </a:r>
            <a:r>
              <a:rPr lang="en-US" sz="2000">
                <a:latin typeface="Calibri"/>
                <a:ea typeface="+mn-lt"/>
                <a:cs typeface="+mn-lt"/>
              </a:rPr>
              <a:t> </a:t>
            </a:r>
            <a:r>
              <a:rPr lang="en-US" sz="2000" err="1">
                <a:latin typeface="Calibri"/>
                <a:ea typeface="+mn-lt"/>
                <a:cs typeface="+mn-lt"/>
              </a:rPr>
              <a:t>tiêu</a:t>
            </a:r>
            <a:r>
              <a:rPr lang="en-US" sz="2000">
                <a:latin typeface="Calibri"/>
                <a:ea typeface="+mn-lt"/>
                <a:cs typeface="+mn-lt"/>
              </a:rPr>
              <a:t> </a:t>
            </a:r>
            <a:r>
              <a:rPr lang="en-US" sz="2000" err="1">
                <a:latin typeface="Calibri"/>
                <a:ea typeface="+mn-lt"/>
                <a:cs typeface="+mn-lt"/>
              </a:rPr>
              <a:t>là</a:t>
            </a:r>
            <a:r>
              <a:rPr lang="en-US" sz="2000">
                <a:latin typeface="Calibri"/>
                <a:ea typeface="+mn-lt"/>
                <a:cs typeface="+mn-lt"/>
              </a:rPr>
              <a:t> </a:t>
            </a:r>
            <a:r>
              <a:rPr lang="en-US" sz="2000" err="1">
                <a:latin typeface="Calibri"/>
                <a:ea typeface="+mn-lt"/>
                <a:cs typeface="+mn-lt"/>
              </a:rPr>
              <a:t>nâng</a:t>
            </a:r>
            <a:r>
              <a:rPr lang="en-US" sz="2000">
                <a:latin typeface="Calibri"/>
                <a:ea typeface="+mn-lt"/>
                <a:cs typeface="+mn-lt"/>
              </a:rPr>
              <a:t> </a:t>
            </a:r>
            <a:r>
              <a:rPr lang="en-US" sz="2000" err="1">
                <a:latin typeface="Calibri"/>
                <a:ea typeface="+mn-lt"/>
                <a:cs typeface="+mn-lt"/>
              </a:rPr>
              <a:t>cao</a:t>
            </a:r>
            <a:r>
              <a:rPr lang="en-US" sz="2000">
                <a:latin typeface="Calibri"/>
                <a:ea typeface="+mn-lt"/>
                <a:cs typeface="+mn-lt"/>
              </a:rPr>
              <a:t> </a:t>
            </a:r>
            <a:r>
              <a:rPr lang="en-US" sz="2000" err="1">
                <a:latin typeface="Calibri"/>
                <a:ea typeface="+mn-lt"/>
                <a:cs typeface="+mn-lt"/>
              </a:rPr>
              <a:t>nhận</a:t>
            </a:r>
            <a:r>
              <a:rPr lang="en-US" sz="2000">
                <a:latin typeface="Calibri"/>
                <a:ea typeface="+mn-lt"/>
                <a:cs typeface="+mn-lt"/>
              </a:rPr>
              <a:t> </a:t>
            </a:r>
            <a:r>
              <a:rPr lang="en-US" sz="2000" err="1">
                <a:latin typeface="Calibri"/>
                <a:ea typeface="+mn-lt"/>
                <a:cs typeface="+mn-lt"/>
              </a:rPr>
              <a:t>thức</a:t>
            </a:r>
            <a:r>
              <a:rPr lang="en-US" sz="2000">
                <a:latin typeface="Calibri"/>
                <a:ea typeface="+mn-lt"/>
                <a:cs typeface="+mn-lt"/>
              </a:rPr>
              <a:t> </a:t>
            </a:r>
            <a:r>
              <a:rPr lang="en-US" sz="2000" err="1">
                <a:latin typeface="Calibri"/>
                <a:ea typeface="+mn-lt"/>
                <a:cs typeface="+mn-lt"/>
              </a:rPr>
              <a:t>về</a:t>
            </a:r>
            <a:r>
              <a:rPr lang="en-US" sz="2000">
                <a:latin typeface="Calibri"/>
                <a:ea typeface="+mn-lt"/>
                <a:cs typeface="+mn-lt"/>
              </a:rPr>
              <a:t> </a:t>
            </a:r>
            <a:r>
              <a:rPr lang="en-US" sz="2000" err="1">
                <a:latin typeface="Calibri"/>
                <a:ea typeface="+mn-lt"/>
                <a:cs typeface="+mn-lt"/>
              </a:rPr>
              <a:t>các</a:t>
            </a:r>
            <a:r>
              <a:rPr lang="en-US" sz="2000">
                <a:latin typeface="Calibri"/>
                <a:ea typeface="+mn-lt"/>
                <a:cs typeface="+mn-lt"/>
              </a:rPr>
              <a:t> </a:t>
            </a:r>
            <a:r>
              <a:rPr lang="en-US" sz="2000" err="1">
                <a:latin typeface="Calibri"/>
                <a:ea typeface="+mn-lt"/>
                <a:cs typeface="+mn-lt"/>
              </a:rPr>
              <a:t>mối</a:t>
            </a:r>
            <a:r>
              <a:rPr lang="en-US" sz="2000">
                <a:latin typeface="Calibri"/>
                <a:ea typeface="+mn-lt"/>
                <a:cs typeface="+mn-lt"/>
              </a:rPr>
              <a:t> </a:t>
            </a:r>
            <a:r>
              <a:rPr lang="en-US" sz="2000" err="1">
                <a:latin typeface="Calibri"/>
                <a:ea typeface="+mn-lt"/>
                <a:cs typeface="+mn-lt"/>
              </a:rPr>
              <a:t>đe</a:t>
            </a:r>
            <a:r>
              <a:rPr lang="en-US" sz="2000">
                <a:latin typeface="Calibri"/>
                <a:ea typeface="+mn-lt"/>
                <a:cs typeface="+mn-lt"/>
              </a:rPr>
              <a:t> </a:t>
            </a:r>
            <a:r>
              <a:rPr lang="en-US" sz="2000" err="1">
                <a:latin typeface="Calibri"/>
                <a:ea typeface="+mn-lt"/>
                <a:cs typeface="+mn-lt"/>
              </a:rPr>
              <a:t>dọa</a:t>
            </a:r>
            <a:r>
              <a:rPr lang="en-US" sz="2000">
                <a:latin typeface="Calibri"/>
                <a:ea typeface="+mn-lt"/>
                <a:cs typeface="+mn-lt"/>
              </a:rPr>
              <a:t> </a:t>
            </a:r>
            <a:r>
              <a:rPr lang="en-US" sz="2000" err="1">
                <a:latin typeface="Calibri"/>
                <a:ea typeface="+mn-lt"/>
                <a:cs typeface="+mn-lt"/>
              </a:rPr>
              <a:t>và</a:t>
            </a:r>
            <a:r>
              <a:rPr lang="en-US" sz="2000">
                <a:latin typeface="Calibri"/>
                <a:ea typeface="+mn-lt"/>
                <a:cs typeface="+mn-lt"/>
              </a:rPr>
              <a:t> </a:t>
            </a:r>
            <a:r>
              <a:rPr lang="en-US" sz="2000" err="1">
                <a:latin typeface="Calibri"/>
                <a:ea typeface="+mn-lt"/>
                <a:cs typeface="+mn-lt"/>
              </a:rPr>
              <a:t>thúc</a:t>
            </a:r>
            <a:r>
              <a:rPr lang="en-US" sz="2000">
                <a:latin typeface="Calibri"/>
                <a:ea typeface="+mn-lt"/>
                <a:cs typeface="+mn-lt"/>
              </a:rPr>
              <a:t> </a:t>
            </a:r>
            <a:r>
              <a:rPr lang="en-US" sz="2000" err="1">
                <a:latin typeface="Calibri"/>
                <a:ea typeface="+mn-lt"/>
                <a:cs typeface="+mn-lt"/>
              </a:rPr>
              <a:t>đẩy</a:t>
            </a:r>
            <a:r>
              <a:rPr lang="en-US" sz="2000">
                <a:latin typeface="Calibri"/>
                <a:ea typeface="+mn-lt"/>
                <a:cs typeface="+mn-lt"/>
              </a:rPr>
              <a:t> </a:t>
            </a:r>
            <a:r>
              <a:rPr lang="en-US" sz="2000" err="1">
                <a:latin typeface="Calibri"/>
                <a:ea typeface="+mn-lt"/>
                <a:cs typeface="+mn-lt"/>
              </a:rPr>
              <a:t>việc</a:t>
            </a:r>
            <a:r>
              <a:rPr lang="en-US" sz="2000">
                <a:latin typeface="Calibri"/>
                <a:ea typeface="+mn-lt"/>
                <a:cs typeface="+mn-lt"/>
              </a:rPr>
              <a:t> </a:t>
            </a:r>
            <a:r>
              <a:rPr lang="en-US" sz="2000" err="1">
                <a:latin typeface="Calibri"/>
                <a:ea typeface="+mn-lt"/>
                <a:cs typeface="+mn-lt"/>
              </a:rPr>
              <a:t>áp</a:t>
            </a:r>
            <a:r>
              <a:rPr lang="en-US" sz="2000">
                <a:latin typeface="Calibri"/>
                <a:ea typeface="+mn-lt"/>
                <a:cs typeface="+mn-lt"/>
              </a:rPr>
              <a:t> </a:t>
            </a:r>
            <a:r>
              <a:rPr lang="en-US" sz="2000" err="1">
                <a:latin typeface="Calibri"/>
                <a:ea typeface="+mn-lt"/>
                <a:cs typeface="+mn-lt"/>
              </a:rPr>
              <a:t>dụng</a:t>
            </a:r>
            <a:r>
              <a:rPr lang="en-US" sz="2000">
                <a:latin typeface="Calibri"/>
                <a:ea typeface="+mn-lt"/>
                <a:cs typeface="+mn-lt"/>
              </a:rPr>
              <a:t> </a:t>
            </a:r>
            <a:r>
              <a:rPr lang="en-US" sz="2000" err="1">
                <a:latin typeface="Calibri"/>
                <a:ea typeface="+mn-lt"/>
                <a:cs typeface="+mn-lt"/>
              </a:rPr>
              <a:t>các</a:t>
            </a:r>
            <a:r>
              <a:rPr lang="en-US" sz="2000">
                <a:latin typeface="Calibri"/>
                <a:ea typeface="+mn-lt"/>
                <a:cs typeface="+mn-lt"/>
              </a:rPr>
              <a:t> </a:t>
            </a:r>
            <a:r>
              <a:rPr lang="en-US" sz="2000" err="1">
                <a:latin typeface="Calibri"/>
                <a:ea typeface="+mn-lt"/>
                <a:cs typeface="+mn-lt"/>
              </a:rPr>
              <a:t>biện</a:t>
            </a:r>
            <a:r>
              <a:rPr lang="en-US" sz="2000">
                <a:latin typeface="Calibri"/>
                <a:ea typeface="+mn-lt"/>
                <a:cs typeface="+mn-lt"/>
              </a:rPr>
              <a:t> </a:t>
            </a:r>
            <a:r>
              <a:rPr lang="en-US" sz="2000" err="1">
                <a:latin typeface="Calibri"/>
                <a:ea typeface="+mn-lt"/>
                <a:cs typeface="+mn-lt"/>
              </a:rPr>
              <a:t>pháp</a:t>
            </a:r>
            <a:r>
              <a:rPr lang="en-US" sz="2000">
                <a:latin typeface="Calibri"/>
                <a:ea typeface="+mn-lt"/>
                <a:cs typeface="+mn-lt"/>
              </a:rPr>
              <a:t> </a:t>
            </a:r>
            <a:r>
              <a:rPr lang="en-US" sz="2000" err="1">
                <a:latin typeface="Calibri"/>
                <a:ea typeface="+mn-lt"/>
                <a:cs typeface="+mn-lt"/>
              </a:rPr>
              <a:t>bảo</a:t>
            </a:r>
            <a:r>
              <a:rPr lang="en-US" sz="2000">
                <a:latin typeface="Calibri"/>
                <a:ea typeface="+mn-lt"/>
                <a:cs typeface="+mn-lt"/>
              </a:rPr>
              <a:t> </a:t>
            </a:r>
            <a:r>
              <a:rPr lang="en-US" sz="2000" err="1">
                <a:latin typeface="Calibri"/>
                <a:ea typeface="+mn-lt"/>
                <a:cs typeface="+mn-lt"/>
              </a:rPr>
              <a:t>mật</a:t>
            </a:r>
            <a:r>
              <a:rPr lang="en-US" sz="2000">
                <a:latin typeface="Calibri"/>
                <a:ea typeface="+mn-lt"/>
                <a:cs typeface="+mn-lt"/>
              </a:rPr>
              <a:t> </a:t>
            </a:r>
            <a:r>
              <a:rPr lang="en-US" sz="2000" err="1">
                <a:latin typeface="Calibri"/>
                <a:ea typeface="+mn-lt"/>
                <a:cs typeface="+mn-lt"/>
              </a:rPr>
              <a:t>chủ</a:t>
            </a:r>
            <a:r>
              <a:rPr lang="en-US" sz="2000">
                <a:latin typeface="Calibri"/>
                <a:ea typeface="+mn-lt"/>
                <a:cs typeface="+mn-lt"/>
              </a:rPr>
              <a:t> </a:t>
            </a:r>
            <a:r>
              <a:rPr lang="en-US" sz="2000" err="1">
                <a:latin typeface="Calibri"/>
                <a:ea typeface="+mn-lt"/>
                <a:cs typeface="+mn-lt"/>
              </a:rPr>
              <a:t>động</a:t>
            </a:r>
            <a:r>
              <a:rPr lang="en-US" sz="2000">
                <a:latin typeface="Calibri"/>
                <a:ea typeface="+mn-lt"/>
                <a:cs typeface="+mn-lt"/>
              </a:rPr>
              <a:t> </a:t>
            </a:r>
            <a:r>
              <a:rPr lang="en-US" sz="2000" err="1">
                <a:latin typeface="Calibri"/>
                <a:ea typeface="+mn-lt"/>
                <a:cs typeface="+mn-lt"/>
              </a:rPr>
              <a:t>dựa</a:t>
            </a:r>
            <a:r>
              <a:rPr lang="en-US" sz="2000">
                <a:latin typeface="Calibri"/>
                <a:ea typeface="+mn-lt"/>
                <a:cs typeface="+mn-lt"/>
              </a:rPr>
              <a:t> </a:t>
            </a:r>
            <a:r>
              <a:rPr lang="en-US" sz="2000" err="1">
                <a:latin typeface="Calibri"/>
                <a:ea typeface="+mn-lt"/>
                <a:cs typeface="+mn-lt"/>
              </a:rPr>
              <a:t>trên</a:t>
            </a:r>
            <a:r>
              <a:rPr lang="en-US" sz="2000">
                <a:latin typeface="Calibri"/>
                <a:ea typeface="+mn-lt"/>
                <a:cs typeface="+mn-lt"/>
              </a:rPr>
              <a:t> </a:t>
            </a:r>
            <a:r>
              <a:rPr lang="en-US" sz="2000" err="1">
                <a:latin typeface="Calibri"/>
                <a:ea typeface="+mn-lt"/>
                <a:cs typeface="+mn-lt"/>
              </a:rPr>
              <a:t>các</a:t>
            </a:r>
            <a:r>
              <a:rPr lang="en-US" sz="2000">
                <a:latin typeface="Calibri"/>
                <a:ea typeface="+mn-lt"/>
                <a:cs typeface="+mn-lt"/>
              </a:rPr>
              <a:t> </a:t>
            </a:r>
            <a:r>
              <a:rPr lang="en-US" sz="2000" err="1">
                <a:latin typeface="Calibri"/>
                <a:ea typeface="+mn-lt"/>
                <a:cs typeface="+mn-lt"/>
              </a:rPr>
              <a:t>tiêu</a:t>
            </a:r>
            <a:r>
              <a:rPr lang="en-US" sz="2000">
                <a:latin typeface="Calibri"/>
                <a:ea typeface="+mn-lt"/>
                <a:cs typeface="+mn-lt"/>
              </a:rPr>
              <a:t> </a:t>
            </a:r>
            <a:r>
              <a:rPr lang="en-US" sz="2000" err="1">
                <a:latin typeface="Calibri"/>
                <a:ea typeface="+mn-lt"/>
                <a:cs typeface="+mn-lt"/>
              </a:rPr>
              <a:t>chuẩn</a:t>
            </a:r>
            <a:r>
              <a:rPr lang="en-US" sz="2000">
                <a:latin typeface="Calibri"/>
                <a:ea typeface="+mn-lt"/>
                <a:cs typeface="+mn-lt"/>
              </a:rPr>
              <a:t> </a:t>
            </a:r>
            <a:r>
              <a:rPr lang="en-US" sz="2000" err="1">
                <a:latin typeface="Calibri"/>
                <a:ea typeface="+mn-lt"/>
                <a:cs typeface="+mn-lt"/>
              </a:rPr>
              <a:t>công</a:t>
            </a:r>
            <a:r>
              <a:rPr lang="en-US" sz="2000">
                <a:latin typeface="Calibri"/>
                <a:ea typeface="+mn-lt"/>
                <a:cs typeface="+mn-lt"/>
              </a:rPr>
              <a:t> </a:t>
            </a:r>
            <a:r>
              <a:rPr lang="en-US" sz="2000" err="1">
                <a:latin typeface="Calibri"/>
                <a:ea typeface="+mn-lt"/>
                <a:cs typeface="+mn-lt"/>
              </a:rPr>
              <a:t>nghiệp</a:t>
            </a:r>
            <a:r>
              <a:rPr lang="en-US" sz="2000">
                <a:latin typeface="Calibri"/>
                <a:ea typeface="+mn-lt"/>
                <a:cs typeface="+mn-lt"/>
              </a:rPr>
              <a:t> </a:t>
            </a:r>
            <a:r>
              <a:rPr lang="en-US" sz="2000" err="1">
                <a:latin typeface="Calibri"/>
                <a:ea typeface="+mn-lt"/>
                <a:cs typeface="+mn-lt"/>
              </a:rPr>
              <a:t>như</a:t>
            </a:r>
            <a:r>
              <a:rPr lang="en-US" sz="2000">
                <a:latin typeface="Calibri"/>
                <a:ea typeface="+mn-lt"/>
                <a:cs typeface="+mn-lt"/>
              </a:rPr>
              <a:t> </a:t>
            </a:r>
            <a:r>
              <a:rPr lang="en-US" sz="2000" err="1">
                <a:latin typeface="Calibri"/>
                <a:ea typeface="+mn-lt"/>
                <a:cs typeface="+mn-lt"/>
              </a:rPr>
              <a:t>danh</a:t>
            </a:r>
            <a:r>
              <a:rPr lang="en-US" sz="2000">
                <a:latin typeface="Calibri"/>
                <a:ea typeface="+mn-lt"/>
                <a:cs typeface="+mn-lt"/>
              </a:rPr>
              <a:t> </a:t>
            </a:r>
            <a:r>
              <a:rPr lang="en-US" sz="2000" err="1">
                <a:latin typeface="Calibri"/>
                <a:ea typeface="+mn-lt"/>
                <a:cs typeface="+mn-lt"/>
              </a:rPr>
              <a:t>sách</a:t>
            </a:r>
            <a:r>
              <a:rPr lang="en-US" sz="2000">
                <a:latin typeface="Calibri"/>
                <a:ea typeface="+mn-lt"/>
                <a:cs typeface="+mn-lt"/>
              </a:rPr>
              <a:t> </a:t>
            </a:r>
            <a:r>
              <a:rPr lang="en-US" sz="2000" b="1">
                <a:latin typeface="Calibri"/>
                <a:ea typeface="+mn-lt"/>
                <a:cs typeface="+mn-lt"/>
              </a:rPr>
              <a:t>OWASP Top 10</a:t>
            </a:r>
            <a:r>
              <a:rPr lang="en-US" sz="2000">
                <a:latin typeface="Calibri"/>
                <a:ea typeface="+mn-lt"/>
                <a:cs typeface="+mn-lt"/>
              </a:rPr>
              <a:t>.</a:t>
            </a:r>
            <a:endParaRPr lang="en-US" sz="2000">
              <a:latin typeface="Calibri"/>
              <a:ea typeface="Calibri"/>
              <a:cs typeface="Calibri"/>
            </a:endParaRPr>
          </a:p>
          <a:p>
            <a:endParaRPr lang="en-US" sz="2000"/>
          </a:p>
        </p:txBody>
      </p:sp>
      <p:pic>
        <p:nvPicPr>
          <p:cNvPr id="4" name="Picture 3">
            <a:extLst>
              <a:ext uri="{FF2B5EF4-FFF2-40B4-BE49-F238E27FC236}">
                <a16:creationId xmlns:a16="http://schemas.microsoft.com/office/drawing/2014/main" id="{A95B659A-5F47-3CDC-7F09-0BC1433A08E0}"/>
              </a:ext>
            </a:extLst>
          </p:cNvPr>
          <p:cNvPicPr>
            <a:picLocks noChangeAspect="1"/>
          </p:cNvPicPr>
          <p:nvPr/>
        </p:nvPicPr>
        <p:blipFill>
          <a:blip r:embed="rId2"/>
          <a:srcRect l="25627" r="18373" b="2"/>
          <a:stretch>
            <a:fillRect/>
          </a:stretch>
        </p:blipFill>
        <p:spPr>
          <a:xfrm>
            <a:off x="7048020" y="1469714"/>
            <a:ext cx="4258638" cy="42205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1"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6249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49EAEB-26D8-0D5E-A74D-6745C379B115}"/>
              </a:ext>
            </a:extLst>
          </p:cNvPr>
          <p:cNvSpPr>
            <a:spLocks noGrp="1"/>
          </p:cNvSpPr>
          <p:nvPr>
            <p:ph type="title"/>
          </p:nvPr>
        </p:nvSpPr>
        <p:spPr>
          <a:xfrm>
            <a:off x="793662" y="386930"/>
            <a:ext cx="10066122" cy="1298448"/>
          </a:xfrm>
        </p:spPr>
        <p:txBody>
          <a:bodyPr anchor="b">
            <a:normAutofit/>
          </a:bodyPr>
          <a:lstStyle/>
          <a:p>
            <a:r>
              <a:rPr lang="en-US" sz="4100" b="1" dirty="0">
                <a:solidFill>
                  <a:srgbClr val="000000"/>
                </a:solidFill>
                <a:ea typeface="+mj-lt"/>
                <a:cs typeface="+mj-lt"/>
              </a:rPr>
              <a:t>2. </a:t>
            </a:r>
            <a:r>
              <a:rPr lang="en-US" sz="4100" b="1" dirty="0" err="1">
                <a:solidFill>
                  <a:srgbClr val="000000"/>
                </a:solidFill>
                <a:ea typeface="+mj-lt"/>
                <a:cs typeface="+mj-lt"/>
              </a:rPr>
              <a:t>Phân</a:t>
            </a:r>
            <a:r>
              <a:rPr lang="en-US" sz="4100" b="1" dirty="0">
                <a:solidFill>
                  <a:srgbClr val="000000"/>
                </a:solidFill>
                <a:ea typeface="+mj-lt"/>
                <a:cs typeface="+mj-lt"/>
              </a:rPr>
              <a:t> </a:t>
            </a:r>
            <a:r>
              <a:rPr lang="en-US" sz="4100" b="1" dirty="0" err="1">
                <a:solidFill>
                  <a:srgbClr val="000000"/>
                </a:solidFill>
                <a:ea typeface="+mj-lt"/>
                <a:cs typeface="+mj-lt"/>
              </a:rPr>
              <a:t>Tích</a:t>
            </a:r>
            <a:r>
              <a:rPr lang="en-US" sz="4100" b="1" dirty="0">
                <a:solidFill>
                  <a:srgbClr val="000000"/>
                </a:solidFill>
                <a:ea typeface="+mj-lt"/>
                <a:cs typeface="+mj-lt"/>
              </a:rPr>
              <a:t> Các Phương </a:t>
            </a:r>
            <a:r>
              <a:rPr lang="en-US" sz="4100" b="1" dirty="0" err="1">
                <a:solidFill>
                  <a:srgbClr val="000000"/>
                </a:solidFill>
                <a:ea typeface="+mj-lt"/>
                <a:cs typeface="+mj-lt"/>
              </a:rPr>
              <a:t>Thức</a:t>
            </a:r>
            <a:r>
              <a:rPr lang="en-US" sz="4100" b="1" dirty="0">
                <a:solidFill>
                  <a:srgbClr val="000000"/>
                </a:solidFill>
                <a:ea typeface="+mj-lt"/>
                <a:cs typeface="+mj-lt"/>
              </a:rPr>
              <a:t> </a:t>
            </a:r>
            <a:r>
              <a:rPr lang="en-US" sz="4100" b="1" dirty="0" err="1">
                <a:solidFill>
                  <a:srgbClr val="000000"/>
                </a:solidFill>
                <a:ea typeface="+mj-lt"/>
                <a:cs typeface="+mj-lt"/>
              </a:rPr>
              <a:t>Tấn</a:t>
            </a:r>
            <a:r>
              <a:rPr lang="en-US" sz="4100" b="1" dirty="0">
                <a:solidFill>
                  <a:srgbClr val="000000"/>
                </a:solidFill>
                <a:ea typeface="+mj-lt"/>
                <a:cs typeface="+mj-lt"/>
              </a:rPr>
              <a:t> Công </a:t>
            </a:r>
            <a:r>
              <a:rPr lang="en-US" sz="4100" b="1" dirty="0" err="1">
                <a:solidFill>
                  <a:srgbClr val="000000"/>
                </a:solidFill>
                <a:ea typeface="+mj-lt"/>
                <a:cs typeface="+mj-lt"/>
              </a:rPr>
              <a:t>Phổ</a:t>
            </a:r>
            <a:r>
              <a:rPr lang="en-US" sz="4100" b="1" dirty="0">
                <a:solidFill>
                  <a:srgbClr val="000000"/>
                </a:solidFill>
                <a:ea typeface="+mj-lt"/>
                <a:cs typeface="+mj-lt"/>
              </a:rPr>
              <a:t> </a:t>
            </a:r>
            <a:r>
              <a:rPr lang="en-US" sz="4100" b="1" dirty="0" err="1">
                <a:solidFill>
                  <a:srgbClr val="000000"/>
                </a:solidFill>
                <a:ea typeface="+mj-lt"/>
                <a:cs typeface="+mj-lt"/>
              </a:rPr>
              <a:t>Biến</a:t>
            </a:r>
            <a:endParaRPr lang="en-US" sz="41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25650F-253A-A5D9-34D0-F6980DD0C667}"/>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dirty="0">
                <a:ea typeface="+mn-lt"/>
                <a:cs typeface="+mn-lt"/>
              </a:rPr>
              <a:t>Các </a:t>
            </a:r>
            <a:r>
              <a:rPr lang="en-US" err="1">
                <a:ea typeface="+mn-lt"/>
                <a:cs typeface="+mn-lt"/>
              </a:rPr>
              <a:t>cuộc</a:t>
            </a:r>
            <a:r>
              <a:rPr lang="en-US" dirty="0">
                <a:ea typeface="+mn-lt"/>
                <a:cs typeface="+mn-lt"/>
              </a:rPr>
              <a:t> </a:t>
            </a:r>
            <a:r>
              <a:rPr lang="en-US" err="1">
                <a:ea typeface="+mn-lt"/>
                <a:cs typeface="+mn-lt"/>
              </a:rPr>
              <a:t>tấn</a:t>
            </a:r>
            <a:r>
              <a:rPr lang="en-US" dirty="0">
                <a:ea typeface="+mn-lt"/>
                <a:cs typeface="+mn-lt"/>
              </a:rPr>
              <a:t> </a:t>
            </a:r>
            <a:r>
              <a:rPr lang="en-US" err="1">
                <a:ea typeface="+mn-lt"/>
                <a:cs typeface="+mn-lt"/>
              </a:rPr>
              <a:t>công</a:t>
            </a:r>
            <a:r>
              <a:rPr lang="en-US" dirty="0">
                <a:ea typeface="+mn-lt"/>
                <a:cs typeface="+mn-lt"/>
              </a:rPr>
              <a:t> </a:t>
            </a:r>
            <a:r>
              <a:rPr lang="en-US" err="1">
                <a:ea typeface="+mn-lt"/>
                <a:cs typeface="+mn-lt"/>
              </a:rPr>
              <a:t>mạng</a:t>
            </a:r>
            <a:r>
              <a:rPr lang="en-US" dirty="0">
                <a:ea typeface="+mn-lt"/>
                <a:cs typeface="+mn-lt"/>
              </a:rPr>
              <a:t> web </a:t>
            </a:r>
            <a:r>
              <a:rPr lang="en-US" err="1">
                <a:ea typeface="+mn-lt"/>
                <a:cs typeface="+mn-lt"/>
              </a:rPr>
              <a:t>thường</a:t>
            </a:r>
            <a:r>
              <a:rPr lang="en-US" dirty="0">
                <a:ea typeface="+mn-lt"/>
                <a:cs typeface="+mn-lt"/>
              </a:rPr>
              <a:t> </a:t>
            </a:r>
            <a:r>
              <a:rPr lang="en-US" err="1">
                <a:ea typeface="+mn-lt"/>
                <a:cs typeface="+mn-lt"/>
              </a:rPr>
              <a:t>nhắm</a:t>
            </a:r>
            <a:r>
              <a:rPr lang="en-US" dirty="0">
                <a:ea typeface="+mn-lt"/>
                <a:cs typeface="+mn-lt"/>
              </a:rPr>
              <a:t> </a:t>
            </a:r>
            <a:r>
              <a:rPr lang="en-US" err="1">
                <a:ea typeface="+mn-lt"/>
                <a:cs typeface="+mn-lt"/>
              </a:rPr>
              <a:t>vào</a:t>
            </a:r>
            <a:r>
              <a:rPr lang="en-US" dirty="0">
                <a:ea typeface="+mn-lt"/>
                <a:cs typeface="+mn-lt"/>
              </a:rPr>
              <a:t> </a:t>
            </a:r>
            <a:r>
              <a:rPr lang="en-US" err="1">
                <a:ea typeface="+mn-lt"/>
                <a:cs typeface="+mn-lt"/>
              </a:rPr>
              <a:t>các</a:t>
            </a:r>
            <a:r>
              <a:rPr lang="en-US" dirty="0">
                <a:ea typeface="+mn-lt"/>
                <a:cs typeface="+mn-lt"/>
              </a:rPr>
              <a:t> </a:t>
            </a:r>
            <a:r>
              <a:rPr lang="en-US" err="1">
                <a:ea typeface="+mn-lt"/>
                <a:cs typeface="+mn-lt"/>
              </a:rPr>
              <a:t>điểm</a:t>
            </a:r>
            <a:r>
              <a:rPr lang="en-US" dirty="0">
                <a:ea typeface="+mn-lt"/>
                <a:cs typeface="+mn-lt"/>
              </a:rPr>
              <a:t> </a:t>
            </a:r>
            <a:r>
              <a:rPr lang="en-US" err="1">
                <a:ea typeface="+mn-lt"/>
                <a:cs typeface="+mn-lt"/>
              </a:rPr>
              <a:t>yếu</a:t>
            </a:r>
            <a:r>
              <a:rPr lang="en-US" dirty="0">
                <a:ea typeface="+mn-lt"/>
                <a:cs typeface="+mn-lt"/>
              </a:rPr>
              <a:t> </a:t>
            </a:r>
            <a:r>
              <a:rPr lang="en-US" err="1">
                <a:ea typeface="+mn-lt"/>
                <a:cs typeface="+mn-lt"/>
              </a:rPr>
              <a:t>trong</a:t>
            </a:r>
            <a:r>
              <a:rPr lang="en-US" dirty="0">
                <a:ea typeface="+mn-lt"/>
                <a:cs typeface="+mn-lt"/>
              </a:rPr>
              <a:t> </a:t>
            </a:r>
            <a:r>
              <a:rPr lang="en-US" err="1">
                <a:ea typeface="+mn-lt"/>
                <a:cs typeface="+mn-lt"/>
              </a:rPr>
              <a:t>mã</a:t>
            </a:r>
            <a:r>
              <a:rPr lang="en-US" dirty="0">
                <a:ea typeface="+mn-lt"/>
                <a:cs typeface="+mn-lt"/>
              </a:rPr>
              <a:t> </a:t>
            </a:r>
            <a:r>
              <a:rPr lang="en-US" err="1">
                <a:ea typeface="+mn-lt"/>
                <a:cs typeface="+mn-lt"/>
              </a:rPr>
              <a:t>nguồn</a:t>
            </a:r>
            <a:r>
              <a:rPr lang="en-US" dirty="0">
                <a:ea typeface="+mn-lt"/>
                <a:cs typeface="+mn-lt"/>
              </a:rPr>
              <a:t>, </a:t>
            </a:r>
            <a:r>
              <a:rPr lang="en-US" err="1">
                <a:ea typeface="+mn-lt"/>
                <a:cs typeface="+mn-lt"/>
              </a:rPr>
              <a:t>cấu</a:t>
            </a:r>
            <a:r>
              <a:rPr lang="en-US" dirty="0">
                <a:ea typeface="+mn-lt"/>
                <a:cs typeface="+mn-lt"/>
              </a:rPr>
              <a:t> </a:t>
            </a:r>
            <a:r>
              <a:rPr lang="en-US" err="1">
                <a:ea typeface="+mn-lt"/>
                <a:cs typeface="+mn-lt"/>
              </a:rPr>
              <a:t>hình</a:t>
            </a:r>
            <a:r>
              <a:rPr lang="en-US" dirty="0">
                <a:ea typeface="+mn-lt"/>
                <a:cs typeface="+mn-lt"/>
              </a:rPr>
              <a:t> </a:t>
            </a:r>
            <a:r>
              <a:rPr lang="en-US" err="1">
                <a:ea typeface="+mn-lt"/>
                <a:cs typeface="+mn-lt"/>
              </a:rPr>
              <a:t>máy</a:t>
            </a:r>
            <a:r>
              <a:rPr lang="en-US" dirty="0">
                <a:ea typeface="+mn-lt"/>
                <a:cs typeface="+mn-lt"/>
              </a:rPr>
              <a:t> </a:t>
            </a:r>
            <a:r>
              <a:rPr lang="en-US" err="1">
                <a:ea typeface="+mn-lt"/>
                <a:cs typeface="+mn-lt"/>
              </a:rPr>
              <a:t>chủ</a:t>
            </a:r>
            <a:r>
              <a:rPr lang="en-US" dirty="0">
                <a:ea typeface="+mn-lt"/>
                <a:cs typeface="+mn-lt"/>
              </a:rPr>
              <a:t> </a:t>
            </a:r>
            <a:r>
              <a:rPr lang="en-US" err="1">
                <a:ea typeface="+mn-lt"/>
                <a:cs typeface="+mn-lt"/>
              </a:rPr>
              <a:t>hoặc</a:t>
            </a:r>
            <a:r>
              <a:rPr lang="en-US" dirty="0">
                <a:ea typeface="+mn-lt"/>
                <a:cs typeface="+mn-lt"/>
              </a:rPr>
              <a:t> </a:t>
            </a:r>
            <a:r>
              <a:rPr lang="en-US" err="1">
                <a:ea typeface="+mn-lt"/>
                <a:cs typeface="+mn-lt"/>
              </a:rPr>
              <a:t>quy</a:t>
            </a:r>
            <a:r>
              <a:rPr lang="en-US" dirty="0">
                <a:ea typeface="+mn-lt"/>
                <a:cs typeface="+mn-lt"/>
              </a:rPr>
              <a:t> </a:t>
            </a:r>
            <a:r>
              <a:rPr lang="en-US" err="1">
                <a:ea typeface="+mn-lt"/>
                <a:cs typeface="+mn-lt"/>
              </a:rPr>
              <a:t>trình</a:t>
            </a:r>
            <a:r>
              <a:rPr lang="en-US" dirty="0">
                <a:ea typeface="+mn-lt"/>
                <a:cs typeface="+mn-lt"/>
              </a:rPr>
              <a:t> </a:t>
            </a:r>
            <a:r>
              <a:rPr lang="en-US" err="1">
                <a:ea typeface="+mn-lt"/>
                <a:cs typeface="+mn-lt"/>
              </a:rPr>
              <a:t>xử</a:t>
            </a:r>
            <a:r>
              <a:rPr lang="en-US" dirty="0">
                <a:ea typeface="+mn-lt"/>
                <a:cs typeface="+mn-lt"/>
              </a:rPr>
              <a:t> </a:t>
            </a:r>
            <a:r>
              <a:rPr lang="en-US" err="1">
                <a:ea typeface="+mn-lt"/>
                <a:cs typeface="+mn-lt"/>
              </a:rPr>
              <a:t>lý</a:t>
            </a:r>
            <a:r>
              <a:rPr lang="en-US" dirty="0">
                <a:ea typeface="+mn-lt"/>
                <a:cs typeface="+mn-lt"/>
              </a:rPr>
              <a:t> </a:t>
            </a:r>
            <a:r>
              <a:rPr lang="en-US" err="1">
                <a:ea typeface="+mn-lt"/>
                <a:cs typeface="+mn-lt"/>
              </a:rPr>
              <a:t>dữ</a:t>
            </a:r>
            <a:r>
              <a:rPr lang="en-US" dirty="0">
                <a:ea typeface="+mn-lt"/>
                <a:cs typeface="+mn-lt"/>
              </a:rPr>
              <a:t> </a:t>
            </a:r>
            <a:r>
              <a:rPr lang="en-US" err="1">
                <a:ea typeface="+mn-lt"/>
                <a:cs typeface="+mn-lt"/>
              </a:rPr>
              <a:t>liệu</a:t>
            </a:r>
            <a:r>
              <a:rPr lang="en-US" dirty="0">
                <a:ea typeface="+mn-lt"/>
                <a:cs typeface="+mn-lt"/>
              </a:rPr>
              <a:t>.</a:t>
            </a:r>
            <a:endParaRPr lang="en-US" dirty="0"/>
          </a:p>
        </p:txBody>
      </p:sp>
      <p:pic>
        <p:nvPicPr>
          <p:cNvPr id="4" name="Picture 3" descr="A computer screen with a bomb from it&#10;&#10;AI-generated content may be incorrect.">
            <a:extLst>
              <a:ext uri="{FF2B5EF4-FFF2-40B4-BE49-F238E27FC236}">
                <a16:creationId xmlns:a16="http://schemas.microsoft.com/office/drawing/2014/main" id="{1309AC0B-620A-1638-F5A9-7AA308CBCA2C}"/>
              </a:ext>
            </a:extLst>
          </p:cNvPr>
          <p:cNvPicPr>
            <a:picLocks noChangeAspect="1"/>
          </p:cNvPicPr>
          <p:nvPr/>
        </p:nvPicPr>
        <p:blipFill>
          <a:blip r:embed="rId2"/>
          <a:stretch>
            <a:fillRect/>
          </a:stretch>
        </p:blipFill>
        <p:spPr>
          <a:xfrm>
            <a:off x="5911532" y="2627739"/>
            <a:ext cx="5150277" cy="3427275"/>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53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5DD578-5A9B-BC39-2894-782395429B92}"/>
              </a:ext>
            </a:extLst>
          </p:cNvPr>
          <p:cNvSpPr>
            <a:spLocks noGrp="1"/>
          </p:cNvSpPr>
          <p:nvPr>
            <p:ph type="title"/>
          </p:nvPr>
        </p:nvSpPr>
        <p:spPr>
          <a:xfrm>
            <a:off x="645064" y="525982"/>
            <a:ext cx="4282983" cy="1200361"/>
          </a:xfrm>
        </p:spPr>
        <p:txBody>
          <a:bodyPr anchor="b">
            <a:normAutofit fontScale="90000"/>
          </a:bodyPr>
          <a:lstStyle/>
          <a:p>
            <a:r>
              <a:rPr lang="en-US" sz="3200" b="1" dirty="0">
                <a:ea typeface="+mj-lt"/>
                <a:cs typeface="+mj-lt"/>
              </a:rPr>
              <a:t>2.1. </a:t>
            </a:r>
            <a:r>
              <a:rPr lang="en-US" sz="3200" b="1" err="1">
                <a:ea typeface="+mj-lt"/>
                <a:cs typeface="+mj-lt"/>
              </a:rPr>
              <a:t>Tấn</a:t>
            </a:r>
            <a:r>
              <a:rPr lang="en-US" sz="3200" b="1" dirty="0">
                <a:ea typeface="+mj-lt"/>
                <a:cs typeface="+mj-lt"/>
              </a:rPr>
              <a:t> </a:t>
            </a:r>
            <a:r>
              <a:rPr lang="en-US" sz="3200" b="1" err="1">
                <a:ea typeface="+mj-lt"/>
                <a:cs typeface="+mj-lt"/>
              </a:rPr>
              <a:t>công</a:t>
            </a:r>
            <a:r>
              <a:rPr lang="en-US" sz="3200" b="1" dirty="0">
                <a:ea typeface="+mj-lt"/>
                <a:cs typeface="+mj-lt"/>
              </a:rPr>
              <a:t> Injection (</a:t>
            </a:r>
            <a:r>
              <a:rPr lang="en-US" sz="3200" b="1" err="1">
                <a:ea typeface="+mj-lt"/>
                <a:cs typeface="+mj-lt"/>
              </a:rPr>
              <a:t>Chèn</a:t>
            </a:r>
            <a:r>
              <a:rPr lang="en-US" sz="3200" b="1" dirty="0">
                <a:ea typeface="+mj-lt"/>
                <a:cs typeface="+mj-lt"/>
              </a:rPr>
              <a:t> </a:t>
            </a:r>
            <a:r>
              <a:rPr lang="en-US" sz="3200" b="1" err="1">
                <a:ea typeface="+mj-lt"/>
                <a:cs typeface="+mj-lt"/>
              </a:rPr>
              <a:t>mã</a:t>
            </a:r>
            <a:r>
              <a:rPr lang="en-US" sz="3200" b="1" dirty="0">
                <a:ea typeface="+mj-lt"/>
                <a:cs typeface="+mj-lt"/>
              </a:rPr>
              <a:t> </a:t>
            </a:r>
            <a:r>
              <a:rPr lang="en-US" sz="3200" b="1" err="1">
                <a:ea typeface="+mj-lt"/>
                <a:cs typeface="+mj-lt"/>
              </a:rPr>
              <a:t>độc</a:t>
            </a:r>
            <a:r>
              <a:rPr lang="en-US" sz="3200" b="1" dirty="0">
                <a:ea typeface="+mj-lt"/>
                <a:cs typeface="+mj-lt"/>
              </a:rPr>
              <a:t>)</a:t>
            </a:r>
            <a:endParaRPr lang="en-US" sz="3200" dirty="0"/>
          </a:p>
          <a:p>
            <a:br>
              <a:rPr lang="en-US" sz="2000" dirty="0"/>
            </a:br>
            <a:endParaRPr lang="en-US" sz="2000"/>
          </a:p>
        </p:txBody>
      </p:sp>
      <p:sp>
        <p:nvSpPr>
          <p:cNvPr id="45" name="Rectangle 4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913A06A2-C0FF-89D2-8252-71A470D3300B}"/>
              </a:ext>
            </a:extLst>
          </p:cNvPr>
          <p:cNvSpPr>
            <a:spLocks noGrp="1"/>
          </p:cNvSpPr>
          <p:nvPr>
            <p:ph idx="1"/>
          </p:nvPr>
        </p:nvSpPr>
        <p:spPr>
          <a:xfrm>
            <a:off x="645066" y="2031101"/>
            <a:ext cx="4282984" cy="3511943"/>
          </a:xfrm>
        </p:spPr>
        <p:txBody>
          <a:bodyPr vert="horz" lIns="91440" tIns="45720" rIns="91440" bIns="45720" rtlCol="0" anchor="ctr">
            <a:noAutofit/>
          </a:bodyPr>
          <a:lstStyle/>
          <a:p>
            <a:r>
              <a:rPr lang="en-US" err="1">
                <a:ea typeface="+mn-lt"/>
                <a:cs typeface="+mn-lt"/>
              </a:rPr>
              <a:t>Đây</a:t>
            </a:r>
            <a:r>
              <a:rPr lang="en-US" dirty="0">
                <a:ea typeface="+mn-lt"/>
                <a:cs typeface="+mn-lt"/>
              </a:rPr>
              <a:t> </a:t>
            </a:r>
            <a:r>
              <a:rPr lang="en-US" err="1">
                <a:ea typeface="+mn-lt"/>
                <a:cs typeface="+mn-lt"/>
              </a:rPr>
              <a:t>là</a:t>
            </a:r>
            <a:r>
              <a:rPr lang="en-US" dirty="0">
                <a:ea typeface="+mn-lt"/>
                <a:cs typeface="+mn-lt"/>
              </a:rPr>
              <a:t> </a:t>
            </a:r>
            <a:r>
              <a:rPr lang="en-US" err="1">
                <a:ea typeface="+mn-lt"/>
                <a:cs typeface="+mn-lt"/>
              </a:rPr>
              <a:t>nhóm</a:t>
            </a:r>
            <a:r>
              <a:rPr lang="en-US" dirty="0">
                <a:ea typeface="+mn-lt"/>
                <a:cs typeface="+mn-lt"/>
              </a:rPr>
              <a:t> </a:t>
            </a:r>
            <a:r>
              <a:rPr lang="en-US" err="1">
                <a:ea typeface="+mn-lt"/>
                <a:cs typeface="+mn-lt"/>
              </a:rPr>
              <a:t>tấn</a:t>
            </a:r>
            <a:r>
              <a:rPr lang="en-US" dirty="0">
                <a:ea typeface="+mn-lt"/>
                <a:cs typeface="+mn-lt"/>
              </a:rPr>
              <a:t> </a:t>
            </a:r>
            <a:r>
              <a:rPr lang="en-US" err="1">
                <a:ea typeface="+mn-lt"/>
                <a:cs typeface="+mn-lt"/>
              </a:rPr>
              <a:t>công</a:t>
            </a:r>
            <a:r>
              <a:rPr lang="en-US" dirty="0">
                <a:ea typeface="+mn-lt"/>
                <a:cs typeface="+mn-lt"/>
              </a:rPr>
              <a:t> </a:t>
            </a:r>
            <a:r>
              <a:rPr lang="en-US" err="1">
                <a:ea typeface="+mn-lt"/>
                <a:cs typeface="+mn-lt"/>
              </a:rPr>
              <a:t>nguy</a:t>
            </a:r>
            <a:r>
              <a:rPr lang="en-US" dirty="0">
                <a:ea typeface="+mn-lt"/>
                <a:cs typeface="+mn-lt"/>
              </a:rPr>
              <a:t> </a:t>
            </a:r>
            <a:r>
              <a:rPr lang="en-US" err="1">
                <a:ea typeface="+mn-lt"/>
                <a:cs typeface="+mn-lt"/>
              </a:rPr>
              <a:t>hiểm</a:t>
            </a:r>
            <a:r>
              <a:rPr lang="en-US" dirty="0">
                <a:ea typeface="+mn-lt"/>
                <a:cs typeface="+mn-lt"/>
              </a:rPr>
              <a:t> </a:t>
            </a:r>
            <a:r>
              <a:rPr lang="en-US" err="1">
                <a:ea typeface="+mn-lt"/>
                <a:cs typeface="+mn-lt"/>
              </a:rPr>
              <a:t>và</a:t>
            </a:r>
            <a:r>
              <a:rPr lang="en-US" dirty="0">
                <a:ea typeface="+mn-lt"/>
                <a:cs typeface="+mn-lt"/>
              </a:rPr>
              <a:t> </a:t>
            </a:r>
            <a:r>
              <a:rPr lang="en-US" err="1">
                <a:ea typeface="+mn-lt"/>
                <a:cs typeface="+mn-lt"/>
              </a:rPr>
              <a:t>phổ</a:t>
            </a:r>
            <a:r>
              <a:rPr lang="en-US" dirty="0">
                <a:ea typeface="+mn-lt"/>
                <a:cs typeface="+mn-lt"/>
              </a:rPr>
              <a:t> </a:t>
            </a:r>
            <a:r>
              <a:rPr lang="en-US" err="1">
                <a:ea typeface="+mn-lt"/>
                <a:cs typeface="+mn-lt"/>
              </a:rPr>
              <a:t>biến</a:t>
            </a:r>
            <a:r>
              <a:rPr lang="en-US" dirty="0">
                <a:ea typeface="+mn-lt"/>
                <a:cs typeface="+mn-lt"/>
              </a:rPr>
              <a:t> </a:t>
            </a:r>
            <a:r>
              <a:rPr lang="en-US" err="1">
                <a:ea typeface="+mn-lt"/>
                <a:cs typeface="+mn-lt"/>
              </a:rPr>
              <a:t>nhất</a:t>
            </a:r>
            <a:r>
              <a:rPr lang="en-US" dirty="0">
                <a:ea typeface="+mn-lt"/>
                <a:cs typeface="+mn-lt"/>
              </a:rPr>
              <a:t>, </a:t>
            </a:r>
            <a:r>
              <a:rPr lang="en-US" err="1">
                <a:ea typeface="+mn-lt"/>
                <a:cs typeface="+mn-lt"/>
              </a:rPr>
              <a:t>xảy</a:t>
            </a:r>
            <a:r>
              <a:rPr lang="en-US" dirty="0">
                <a:ea typeface="+mn-lt"/>
                <a:cs typeface="+mn-lt"/>
              </a:rPr>
              <a:t> </a:t>
            </a:r>
            <a:r>
              <a:rPr lang="en-US" err="1">
                <a:ea typeface="+mn-lt"/>
                <a:cs typeface="+mn-lt"/>
              </a:rPr>
              <a:t>ra</a:t>
            </a:r>
            <a:r>
              <a:rPr lang="en-US" dirty="0">
                <a:ea typeface="+mn-lt"/>
                <a:cs typeface="+mn-lt"/>
              </a:rPr>
              <a:t> </a:t>
            </a:r>
            <a:r>
              <a:rPr lang="en-US" err="1">
                <a:ea typeface="+mn-lt"/>
                <a:cs typeface="+mn-lt"/>
              </a:rPr>
              <a:t>khi</a:t>
            </a:r>
            <a:r>
              <a:rPr lang="en-US" dirty="0">
                <a:ea typeface="+mn-lt"/>
                <a:cs typeface="+mn-lt"/>
              </a:rPr>
              <a:t> </a:t>
            </a:r>
            <a:r>
              <a:rPr lang="en-US" err="1">
                <a:ea typeface="+mn-lt"/>
                <a:cs typeface="+mn-lt"/>
              </a:rPr>
              <a:t>dữ</a:t>
            </a:r>
            <a:r>
              <a:rPr lang="en-US" dirty="0">
                <a:ea typeface="+mn-lt"/>
                <a:cs typeface="+mn-lt"/>
              </a:rPr>
              <a:t> </a:t>
            </a:r>
            <a:r>
              <a:rPr lang="en-US" err="1">
                <a:ea typeface="+mn-lt"/>
                <a:cs typeface="+mn-lt"/>
              </a:rPr>
              <a:t>liệu</a:t>
            </a:r>
            <a:r>
              <a:rPr lang="en-US" dirty="0">
                <a:ea typeface="+mn-lt"/>
                <a:cs typeface="+mn-lt"/>
              </a:rPr>
              <a:t> </a:t>
            </a:r>
            <a:r>
              <a:rPr lang="en-US" err="1">
                <a:ea typeface="+mn-lt"/>
                <a:cs typeface="+mn-lt"/>
              </a:rPr>
              <a:t>đầu</a:t>
            </a:r>
            <a:r>
              <a:rPr lang="en-US" dirty="0">
                <a:ea typeface="+mn-lt"/>
                <a:cs typeface="+mn-lt"/>
              </a:rPr>
              <a:t> </a:t>
            </a:r>
            <a:r>
              <a:rPr lang="en-US" err="1">
                <a:ea typeface="+mn-lt"/>
                <a:cs typeface="+mn-lt"/>
              </a:rPr>
              <a:t>vào</a:t>
            </a:r>
            <a:r>
              <a:rPr lang="en-US" dirty="0">
                <a:ea typeface="+mn-lt"/>
                <a:cs typeface="+mn-lt"/>
              </a:rPr>
              <a:t> </a:t>
            </a:r>
            <a:r>
              <a:rPr lang="en-US" err="1">
                <a:ea typeface="+mn-lt"/>
                <a:cs typeface="+mn-lt"/>
              </a:rPr>
              <a:t>không</a:t>
            </a:r>
            <a:r>
              <a:rPr lang="en-US" dirty="0">
                <a:ea typeface="+mn-lt"/>
                <a:cs typeface="+mn-lt"/>
              </a:rPr>
              <a:t> </a:t>
            </a:r>
            <a:r>
              <a:rPr lang="en-US" err="1">
                <a:ea typeface="+mn-lt"/>
                <a:cs typeface="+mn-lt"/>
              </a:rPr>
              <a:t>được</a:t>
            </a:r>
            <a:r>
              <a:rPr lang="en-US" dirty="0">
                <a:ea typeface="+mn-lt"/>
                <a:cs typeface="+mn-lt"/>
              </a:rPr>
              <a:t> </a:t>
            </a:r>
            <a:r>
              <a:rPr lang="en-US" err="1">
                <a:ea typeface="+mn-lt"/>
                <a:cs typeface="+mn-lt"/>
              </a:rPr>
              <a:t>xử</a:t>
            </a:r>
            <a:r>
              <a:rPr lang="en-US" dirty="0">
                <a:ea typeface="+mn-lt"/>
                <a:cs typeface="+mn-lt"/>
              </a:rPr>
              <a:t> </a:t>
            </a:r>
            <a:r>
              <a:rPr lang="en-US" err="1">
                <a:ea typeface="+mn-lt"/>
                <a:cs typeface="+mn-lt"/>
              </a:rPr>
              <a:t>lý</a:t>
            </a:r>
            <a:r>
              <a:rPr lang="en-US" dirty="0">
                <a:ea typeface="+mn-lt"/>
                <a:cs typeface="+mn-lt"/>
              </a:rPr>
              <a:t> an </a:t>
            </a:r>
            <a:r>
              <a:rPr lang="en-US" err="1">
                <a:ea typeface="+mn-lt"/>
                <a:cs typeface="+mn-lt"/>
              </a:rPr>
              <a:t>toàn</a:t>
            </a:r>
            <a:r>
              <a:rPr lang="en-US" dirty="0">
                <a:ea typeface="+mn-lt"/>
                <a:cs typeface="+mn-lt"/>
              </a:rPr>
              <a:t>.</a:t>
            </a:r>
            <a:endParaRPr lang="en-US"/>
          </a:p>
        </p:txBody>
      </p:sp>
      <p:sp>
        <p:nvSpPr>
          <p:cNvPr id="46" name="Rectangle 4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magnifying glass over a computer&#10;&#10;AI-generated content may be incorrect.">
            <a:extLst>
              <a:ext uri="{FF2B5EF4-FFF2-40B4-BE49-F238E27FC236}">
                <a16:creationId xmlns:a16="http://schemas.microsoft.com/office/drawing/2014/main" id="{4530EC7E-ABBB-3AF4-1F52-D0136B2878B2}"/>
              </a:ext>
            </a:extLst>
          </p:cNvPr>
          <p:cNvPicPr>
            <a:picLocks noChangeAspect="1"/>
          </p:cNvPicPr>
          <p:nvPr/>
        </p:nvPicPr>
        <p:blipFill>
          <a:blip r:embed="rId2"/>
          <a:stretch>
            <a:fillRect/>
          </a:stretch>
        </p:blipFill>
        <p:spPr>
          <a:xfrm>
            <a:off x="5987738" y="1696411"/>
            <a:ext cx="5628018" cy="3232307"/>
          </a:xfrm>
          <a:prstGeom prst="rect">
            <a:avLst/>
          </a:prstGeom>
        </p:spPr>
      </p:pic>
    </p:spTree>
    <p:extLst>
      <p:ext uri="{BB962C8B-B14F-4D97-AF65-F5344CB8AC3E}">
        <p14:creationId xmlns:p14="http://schemas.microsoft.com/office/powerpoint/2010/main" val="4062239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0A8C97-CE4D-C9B9-C1CD-431CE6D8C799}"/>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2.1.1. SQL Injection (SQLi)</a:t>
            </a:r>
            <a:endParaRPr lang="en-US" sz="4800" kern="120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0F398B9-677F-FCBA-0509-DF785F76392B}"/>
              </a:ext>
            </a:extLst>
          </p:cNvPr>
          <p:cNvSpPr txBox="1"/>
          <p:nvPr/>
        </p:nvSpPr>
        <p:spPr>
          <a:xfrm>
            <a:off x="793661" y="2599509"/>
            <a:ext cx="4530898" cy="363945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000" b="1"/>
              <a:t>Mô tả:</a:t>
            </a:r>
            <a:r>
              <a:rPr lang="en-US" sz="2000"/>
              <a:t> Kẻ tấn công chèn các câu lệnh SQL độc hại thông qua các trường nhập liệu (ví dụ: form đăng nhập, thanh tìm kiếm) để thao túng cơ sở dữ liệu.</a:t>
            </a:r>
          </a:p>
          <a:p>
            <a:pPr indent="-228600">
              <a:lnSpc>
                <a:spcPct val="90000"/>
              </a:lnSpc>
              <a:spcAft>
                <a:spcPts val="600"/>
              </a:spcAft>
              <a:buFont typeface="Arial" panose="020B0604020202020204" pitchFamily="34" charset="0"/>
              <a:buChar char="•"/>
            </a:pPr>
            <a:r>
              <a:rPr lang="en-US" sz="2000" b="1"/>
              <a:t>Hậu quả:</a:t>
            </a:r>
            <a:r>
              <a:rPr lang="en-US" sz="2000"/>
              <a:t> Đánh cắp, thay đổi hoặc xóa dữ liệu nhạy cảm (thông tin người dùng, mật khẩu), thậm chí chiếm quyền kiểm soát máy chủ.</a:t>
            </a:r>
          </a:p>
          <a:p>
            <a:pPr indent="-228600">
              <a:lnSpc>
                <a:spcPct val="90000"/>
              </a:lnSpc>
              <a:spcAft>
                <a:spcPts val="600"/>
              </a:spcAft>
              <a:buFont typeface="Arial" panose="020B0604020202020204" pitchFamily="34" charset="0"/>
              <a:buChar char="•"/>
            </a:pPr>
            <a:r>
              <a:rPr lang="en-US" sz="2000" b="1"/>
              <a:t>Ví dụ:</a:t>
            </a:r>
            <a:r>
              <a:rPr lang="en-US" sz="2000"/>
              <a:t> Nhập ' OR 1=1 -- vào trường mật khẩu.</a:t>
            </a:r>
          </a:p>
          <a:p>
            <a:pPr indent="-228600">
              <a:lnSpc>
                <a:spcPct val="90000"/>
              </a:lnSpc>
              <a:spcAft>
                <a:spcPts val="600"/>
              </a:spcAft>
              <a:buFont typeface="Arial" panose="020B0604020202020204" pitchFamily="34" charset="0"/>
              <a:buChar char="•"/>
            </a:pPr>
            <a:endParaRPr lang="en-US" sz="2000"/>
          </a:p>
        </p:txBody>
      </p:sp>
      <p:pic>
        <p:nvPicPr>
          <p:cNvPr id="5" name="Content Placeholder 4" descr="A syringe being injected into a computer&#10;&#10;AI-generated content may be incorrect.">
            <a:extLst>
              <a:ext uri="{FF2B5EF4-FFF2-40B4-BE49-F238E27FC236}">
                <a16:creationId xmlns:a16="http://schemas.microsoft.com/office/drawing/2014/main" id="{3C63B519-1F4C-94C5-3016-BD80FF317EEC}"/>
              </a:ext>
            </a:extLst>
          </p:cNvPr>
          <p:cNvPicPr>
            <a:picLocks noGrp="1" noChangeAspect="1"/>
          </p:cNvPicPr>
          <p:nvPr>
            <p:ph idx="1"/>
          </p:nvPr>
        </p:nvPicPr>
        <p:blipFill>
          <a:blip r:embed="rId2"/>
          <a:stretch>
            <a:fillRect/>
          </a:stretch>
        </p:blipFill>
        <p:spPr>
          <a:xfrm>
            <a:off x="5911532" y="3173672"/>
            <a:ext cx="5150277" cy="2335410"/>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5241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D0CB52-07E8-5C9E-21FC-1F2BB2F7FDE4}"/>
              </a:ext>
            </a:extLst>
          </p:cNvPr>
          <p:cNvSpPr>
            <a:spLocks noGrp="1"/>
          </p:cNvSpPr>
          <p:nvPr>
            <p:ph type="title"/>
          </p:nvPr>
        </p:nvSpPr>
        <p:spPr>
          <a:xfrm>
            <a:off x="793662" y="386930"/>
            <a:ext cx="10066122" cy="1298448"/>
          </a:xfrm>
        </p:spPr>
        <p:txBody>
          <a:bodyPr anchor="b">
            <a:normAutofit/>
          </a:bodyPr>
          <a:lstStyle/>
          <a:p>
            <a:r>
              <a:rPr lang="en-US" sz="4800" b="1">
                <a:ea typeface="+mj-lt"/>
                <a:cs typeface="+mj-lt"/>
              </a:rPr>
              <a:t>2.1.2. Cross-Site Scripting (XSS)</a:t>
            </a:r>
            <a:endParaRPr lang="en-US" sz="48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9F3FE7-AE70-9F89-7020-F2DB626AE3CF}"/>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2000" b="1">
                <a:ea typeface="+mn-lt"/>
                <a:cs typeface="+mn-lt"/>
              </a:rPr>
              <a:t>Mô tả:</a:t>
            </a:r>
            <a:r>
              <a:rPr lang="en-US" sz="2000">
                <a:ea typeface="+mn-lt"/>
                <a:cs typeface="+mn-lt"/>
              </a:rPr>
              <a:t> Kẻ tấn công chèn các mã kịch bản phía máy khách (client-side scripts), chủ yếu là JavaScript, vào trang web. Khi người dùng khác truy cập trang, mã độc sẽ được thực thi trên trình duyệt của họ.</a:t>
            </a:r>
            <a:endParaRPr lang="en-US" sz="2000"/>
          </a:p>
          <a:p>
            <a:r>
              <a:rPr lang="en-US" sz="2000" b="1">
                <a:ea typeface="+mn-lt"/>
                <a:cs typeface="+mn-lt"/>
              </a:rPr>
              <a:t>Hậu quả:</a:t>
            </a:r>
            <a:r>
              <a:rPr lang="en-US" sz="2000">
                <a:ea typeface="+mn-lt"/>
                <a:cs typeface="+mn-lt"/>
              </a:rPr>
              <a:t> Đánh cắp cookie phiên (session cookies), thông tin đăng nhập, hoặc chuyển hướng người dùng đến các trang web lừa đảo (phishing).</a:t>
            </a:r>
            <a:endParaRPr lang="en-US" sz="2000"/>
          </a:p>
          <a:p>
            <a:endParaRPr lang="en-US" sz="2000"/>
          </a:p>
        </p:txBody>
      </p:sp>
      <p:pic>
        <p:nvPicPr>
          <p:cNvPr id="4" name="Picture 3" descr="A person sitting at a desk with a computer&#10;&#10;AI-generated content may be incorrect.">
            <a:extLst>
              <a:ext uri="{FF2B5EF4-FFF2-40B4-BE49-F238E27FC236}">
                <a16:creationId xmlns:a16="http://schemas.microsoft.com/office/drawing/2014/main" id="{D6F55DB6-4611-C032-D45A-4DE533003001}"/>
              </a:ext>
            </a:extLst>
          </p:cNvPr>
          <p:cNvPicPr>
            <a:picLocks noChangeAspect="1"/>
          </p:cNvPicPr>
          <p:nvPr/>
        </p:nvPicPr>
        <p:blipFill>
          <a:blip r:embed="rId2"/>
          <a:stretch>
            <a:fillRect/>
          </a:stretch>
        </p:blipFill>
        <p:spPr>
          <a:xfrm>
            <a:off x="5911532" y="2894476"/>
            <a:ext cx="5150277" cy="2893801"/>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5953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AE1DFD-13F4-76AC-01B3-2B790D186ED2}"/>
              </a:ext>
            </a:extLst>
          </p:cNvPr>
          <p:cNvSpPr>
            <a:spLocks noGrp="1"/>
          </p:cNvSpPr>
          <p:nvPr>
            <p:ph type="title"/>
          </p:nvPr>
        </p:nvSpPr>
        <p:spPr>
          <a:xfrm>
            <a:off x="793662" y="386930"/>
            <a:ext cx="10066122" cy="1298448"/>
          </a:xfrm>
        </p:spPr>
        <p:txBody>
          <a:bodyPr anchor="b">
            <a:normAutofit/>
          </a:bodyPr>
          <a:lstStyle/>
          <a:p>
            <a:r>
              <a:rPr lang="en-US" sz="4100" b="1">
                <a:ea typeface="+mj-lt"/>
                <a:cs typeface="+mj-lt"/>
              </a:rPr>
              <a:t>2.2. Tấn công Từ chối Dịch vụ Phân tán (DDoS)</a:t>
            </a:r>
            <a:endParaRPr lang="en-US" sz="4100">
              <a:ea typeface="+mj-lt"/>
              <a:cs typeface="+mj-lt"/>
            </a:endParaRP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9692AAD-BBB9-F34C-B644-DE8501D1025F}"/>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2000" b="1">
                <a:ea typeface="+mn-lt"/>
                <a:cs typeface="+mn-lt"/>
              </a:rPr>
              <a:t>Mô tả:</a:t>
            </a:r>
            <a:r>
              <a:rPr lang="en-US" sz="2000">
                <a:ea typeface="+mn-lt"/>
                <a:cs typeface="+mn-lt"/>
              </a:rPr>
              <a:t> Kẻ tấn công sử dụng một mạng lưới máy tính bị kiểm soát (botnet) để gửi hàng loạt yêu cầu truy cập đến máy chủ web.</a:t>
            </a:r>
            <a:endParaRPr lang="en-US" sz="2000"/>
          </a:p>
          <a:p>
            <a:r>
              <a:rPr lang="en-US" sz="2000" b="1">
                <a:ea typeface="+mn-lt"/>
                <a:cs typeface="+mn-lt"/>
              </a:rPr>
              <a:t>Hậu quả:</a:t>
            </a:r>
            <a:r>
              <a:rPr lang="en-US" sz="2000">
                <a:ea typeface="+mn-lt"/>
                <a:cs typeface="+mn-lt"/>
              </a:rPr>
              <a:t> Làm cạn kiệt tài nguyên máy chủ (băng thông, CPU), khiến trang web ngừng hoạt động và không thể phục vụ người dùng hợp pháp.</a:t>
            </a:r>
            <a:endParaRPr lang="en-US" sz="2000"/>
          </a:p>
          <a:p>
            <a:endParaRPr lang="en-US" sz="2000"/>
          </a:p>
        </p:txBody>
      </p:sp>
      <p:pic>
        <p:nvPicPr>
          <p:cNvPr id="4" name="Picture 3" descr="A diagram of a computer attack&#10;&#10;AI-generated content may be incorrect.">
            <a:extLst>
              <a:ext uri="{FF2B5EF4-FFF2-40B4-BE49-F238E27FC236}">
                <a16:creationId xmlns:a16="http://schemas.microsoft.com/office/drawing/2014/main" id="{DAB3059A-260A-50FC-B812-05C8852003A4}"/>
              </a:ext>
            </a:extLst>
          </p:cNvPr>
          <p:cNvPicPr>
            <a:picLocks noChangeAspect="1"/>
          </p:cNvPicPr>
          <p:nvPr/>
        </p:nvPicPr>
        <p:blipFill>
          <a:blip r:embed="rId2"/>
          <a:stretch>
            <a:fillRect/>
          </a:stretch>
        </p:blipFill>
        <p:spPr>
          <a:xfrm>
            <a:off x="6051567" y="2484255"/>
            <a:ext cx="4870207" cy="3714244"/>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6283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56173B-4B68-DC14-16B2-99D0796EEA0C}"/>
              </a:ext>
            </a:extLst>
          </p:cNvPr>
          <p:cNvSpPr>
            <a:spLocks noGrp="1"/>
          </p:cNvSpPr>
          <p:nvPr>
            <p:ph type="title"/>
          </p:nvPr>
        </p:nvSpPr>
        <p:spPr>
          <a:xfrm>
            <a:off x="793662" y="386930"/>
            <a:ext cx="10066122" cy="1298448"/>
          </a:xfrm>
        </p:spPr>
        <p:txBody>
          <a:bodyPr anchor="b">
            <a:normAutofit/>
          </a:bodyPr>
          <a:lstStyle/>
          <a:p>
            <a:r>
              <a:rPr lang="en-US" sz="4100" b="1">
                <a:ea typeface="+mj-lt"/>
                <a:cs typeface="+mj-lt"/>
              </a:rPr>
              <a:t>2.3. Lỗ hổng Kiểm soát Truy cập Bị hỏng (Broken Access Control)</a:t>
            </a:r>
            <a:endParaRPr lang="en-US" sz="41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84BB197-DEED-AF3A-0E80-63A630011F04}"/>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2000" b="1">
                <a:ea typeface="+mn-lt"/>
                <a:cs typeface="+mn-lt"/>
              </a:rPr>
              <a:t>Mô tả:</a:t>
            </a:r>
            <a:r>
              <a:rPr lang="en-US" sz="2000">
                <a:ea typeface="+mn-lt"/>
                <a:cs typeface="+mn-lt"/>
              </a:rPr>
              <a:t> Lỗi logic trong việc xác định quyền hạn của người dùng. Kẻ tấn công có thể truy cập các tài nguyên không được phép (ví dụ: thay đổi URL từ </a:t>
            </a:r>
            <a:r>
              <a:rPr lang="en-US" sz="2000">
                <a:latin typeface="Consolas"/>
              </a:rPr>
              <a:t>/user/profile</a:t>
            </a:r>
            <a:r>
              <a:rPr lang="en-US" sz="2000">
                <a:ea typeface="+mn-lt"/>
                <a:cs typeface="+mn-lt"/>
              </a:rPr>
              <a:t> thành </a:t>
            </a:r>
            <a:r>
              <a:rPr lang="en-US" sz="2000">
                <a:latin typeface="Consolas"/>
              </a:rPr>
              <a:t>/admin/dashboard</a:t>
            </a:r>
            <a:r>
              <a:rPr lang="en-US" sz="2000">
                <a:ea typeface="+mn-lt"/>
                <a:cs typeface="+mn-lt"/>
              </a:rPr>
              <a:t> để truy cập trang quản trị).</a:t>
            </a:r>
          </a:p>
          <a:p>
            <a:r>
              <a:rPr lang="en-US" sz="2000" b="1">
                <a:ea typeface="+mn-lt"/>
                <a:cs typeface="+mn-lt"/>
              </a:rPr>
              <a:t>Hậu quả:</a:t>
            </a:r>
            <a:r>
              <a:rPr lang="en-US" sz="2000">
                <a:ea typeface="+mn-lt"/>
                <a:cs typeface="+mn-lt"/>
              </a:rPr>
              <a:t> Lộ thông tin cá nhân, leo thang đặc quyền, thay đổi cấu hình hệ thống trái phép.</a:t>
            </a:r>
          </a:p>
          <a:p>
            <a:endParaRPr lang="en-US" sz="2000"/>
          </a:p>
        </p:txBody>
      </p:sp>
      <p:pic>
        <p:nvPicPr>
          <p:cNvPr id="4" name="Picture 3" descr="A person in a mask and a computer&#10;&#10;AI-generated content may be incorrect.">
            <a:extLst>
              <a:ext uri="{FF2B5EF4-FFF2-40B4-BE49-F238E27FC236}">
                <a16:creationId xmlns:a16="http://schemas.microsoft.com/office/drawing/2014/main" id="{5A0BE5D6-A16F-62B9-167D-381FAEC0FD68}"/>
              </a:ext>
            </a:extLst>
          </p:cNvPr>
          <p:cNvPicPr>
            <a:picLocks noChangeAspect="1"/>
          </p:cNvPicPr>
          <p:nvPr/>
        </p:nvPicPr>
        <p:blipFill>
          <a:blip r:embed="rId2"/>
          <a:stretch>
            <a:fillRect/>
          </a:stretch>
        </p:blipFill>
        <p:spPr>
          <a:xfrm>
            <a:off x="5911532" y="3093794"/>
            <a:ext cx="5150277" cy="2495165"/>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830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AF5200-9551-6C8F-ED57-D75F8975A3DB}"/>
              </a:ext>
            </a:extLst>
          </p:cNvPr>
          <p:cNvSpPr>
            <a:spLocks noGrp="1"/>
          </p:cNvSpPr>
          <p:nvPr>
            <p:ph type="title"/>
          </p:nvPr>
        </p:nvSpPr>
        <p:spPr>
          <a:xfrm>
            <a:off x="589560" y="856180"/>
            <a:ext cx="4560584" cy="1128068"/>
          </a:xfrm>
        </p:spPr>
        <p:txBody>
          <a:bodyPr anchor="ctr">
            <a:normAutofit/>
          </a:bodyPr>
          <a:lstStyle/>
          <a:p>
            <a:r>
              <a:rPr lang="en-US" sz="3700" b="1">
                <a:ea typeface="+mj-lt"/>
                <a:cs typeface="+mj-lt"/>
              </a:rPr>
              <a:t>3: Biện pháp Bảo mật và Phòng chống</a:t>
            </a:r>
            <a:endParaRPr lang="en-US" sz="3700"/>
          </a:p>
        </p:txBody>
      </p:sp>
      <p:grpSp>
        <p:nvGrpSpPr>
          <p:cNvPr id="31" name="Group 3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46C3E4-446F-F90D-C2E5-F10E897AC4A8}"/>
              </a:ext>
            </a:extLst>
          </p:cNvPr>
          <p:cNvSpPr>
            <a:spLocks noGrp="1"/>
          </p:cNvSpPr>
          <p:nvPr>
            <p:ph idx="1"/>
          </p:nvPr>
        </p:nvSpPr>
        <p:spPr>
          <a:xfrm>
            <a:off x="590719" y="2330505"/>
            <a:ext cx="4559425" cy="3979585"/>
          </a:xfrm>
        </p:spPr>
        <p:txBody>
          <a:bodyPr vert="horz" lIns="91440" tIns="45720" rIns="91440" bIns="45720" rtlCol="0" anchor="ctr">
            <a:normAutofit/>
          </a:bodyPr>
          <a:lstStyle/>
          <a:p>
            <a:pPr marL="0" indent="0">
              <a:buNone/>
            </a:pPr>
            <a:r>
              <a:rPr lang="en-US" sz="2400" err="1">
                <a:ea typeface="+mn-lt"/>
                <a:cs typeface="+mn-lt"/>
              </a:rPr>
              <a:t>Để</a:t>
            </a:r>
            <a:r>
              <a:rPr lang="en-US" sz="2400" dirty="0">
                <a:ea typeface="+mn-lt"/>
                <a:cs typeface="+mn-lt"/>
              </a:rPr>
              <a:t> </a:t>
            </a:r>
            <a:r>
              <a:rPr lang="en-US" sz="2400" err="1">
                <a:ea typeface="+mn-lt"/>
                <a:cs typeface="+mn-lt"/>
              </a:rPr>
              <a:t>đối</a:t>
            </a:r>
            <a:r>
              <a:rPr lang="en-US" sz="2400" dirty="0">
                <a:ea typeface="+mn-lt"/>
                <a:cs typeface="+mn-lt"/>
              </a:rPr>
              <a:t> </a:t>
            </a:r>
            <a:r>
              <a:rPr lang="en-US" sz="2400" err="1">
                <a:ea typeface="+mn-lt"/>
                <a:cs typeface="+mn-lt"/>
              </a:rPr>
              <a:t>phó</a:t>
            </a:r>
            <a:r>
              <a:rPr lang="en-US" sz="2400" dirty="0">
                <a:ea typeface="+mn-lt"/>
                <a:cs typeface="+mn-lt"/>
              </a:rPr>
              <a:t> </a:t>
            </a:r>
            <a:r>
              <a:rPr lang="en-US" sz="2400" err="1">
                <a:ea typeface="+mn-lt"/>
                <a:cs typeface="+mn-lt"/>
              </a:rPr>
              <a:t>với</a:t>
            </a:r>
            <a:r>
              <a:rPr lang="en-US" sz="2400" dirty="0">
                <a:ea typeface="+mn-lt"/>
                <a:cs typeface="+mn-lt"/>
              </a:rPr>
              <a:t> </a:t>
            </a:r>
            <a:r>
              <a:rPr lang="en-US" sz="2400" err="1">
                <a:ea typeface="+mn-lt"/>
                <a:cs typeface="+mn-lt"/>
              </a:rPr>
              <a:t>các</a:t>
            </a:r>
            <a:r>
              <a:rPr lang="en-US" sz="2400" dirty="0">
                <a:ea typeface="+mn-lt"/>
                <a:cs typeface="+mn-lt"/>
              </a:rPr>
              <a:t> </a:t>
            </a:r>
            <a:r>
              <a:rPr lang="en-US" sz="2400" err="1">
                <a:ea typeface="+mn-lt"/>
                <a:cs typeface="+mn-lt"/>
              </a:rPr>
              <a:t>mối</a:t>
            </a:r>
            <a:r>
              <a:rPr lang="en-US" sz="2400" dirty="0">
                <a:ea typeface="+mn-lt"/>
                <a:cs typeface="+mn-lt"/>
              </a:rPr>
              <a:t> </a:t>
            </a:r>
            <a:r>
              <a:rPr lang="en-US" sz="2400" err="1">
                <a:ea typeface="+mn-lt"/>
                <a:cs typeface="+mn-lt"/>
              </a:rPr>
              <a:t>đe</a:t>
            </a:r>
            <a:r>
              <a:rPr lang="en-US" sz="2400" dirty="0">
                <a:ea typeface="+mn-lt"/>
                <a:cs typeface="+mn-lt"/>
              </a:rPr>
              <a:t> </a:t>
            </a:r>
            <a:r>
              <a:rPr lang="en-US" sz="2400" err="1">
                <a:ea typeface="+mn-lt"/>
                <a:cs typeface="+mn-lt"/>
              </a:rPr>
              <a:t>dọa</a:t>
            </a:r>
            <a:r>
              <a:rPr lang="en-US" sz="2400" dirty="0">
                <a:ea typeface="+mn-lt"/>
                <a:cs typeface="+mn-lt"/>
              </a:rPr>
              <a:t> </a:t>
            </a:r>
            <a:r>
              <a:rPr lang="en-US" sz="2400" err="1">
                <a:ea typeface="+mn-lt"/>
                <a:cs typeface="+mn-lt"/>
              </a:rPr>
              <a:t>trên</a:t>
            </a:r>
            <a:r>
              <a:rPr lang="en-US" sz="2400" dirty="0">
                <a:ea typeface="+mn-lt"/>
                <a:cs typeface="+mn-lt"/>
              </a:rPr>
              <a:t>, </a:t>
            </a:r>
            <a:r>
              <a:rPr lang="en-US" sz="2400" err="1">
                <a:ea typeface="+mn-lt"/>
                <a:cs typeface="+mn-lt"/>
              </a:rPr>
              <a:t>chúng</a:t>
            </a:r>
            <a:r>
              <a:rPr lang="en-US" sz="2400" dirty="0">
                <a:ea typeface="+mn-lt"/>
                <a:cs typeface="+mn-lt"/>
              </a:rPr>
              <a:t> ta </a:t>
            </a:r>
            <a:r>
              <a:rPr lang="en-US" sz="2400" err="1">
                <a:ea typeface="+mn-lt"/>
                <a:cs typeface="+mn-lt"/>
              </a:rPr>
              <a:t>cần</a:t>
            </a:r>
            <a:r>
              <a:rPr lang="en-US" sz="2400" dirty="0">
                <a:ea typeface="+mn-lt"/>
                <a:cs typeface="+mn-lt"/>
              </a:rPr>
              <a:t> </a:t>
            </a:r>
            <a:r>
              <a:rPr lang="en-US" sz="2400" err="1">
                <a:ea typeface="+mn-lt"/>
                <a:cs typeface="+mn-lt"/>
              </a:rPr>
              <a:t>triển</a:t>
            </a:r>
            <a:r>
              <a:rPr lang="en-US" sz="2400" dirty="0">
                <a:ea typeface="+mn-lt"/>
                <a:cs typeface="+mn-lt"/>
              </a:rPr>
              <a:t> </a:t>
            </a:r>
            <a:r>
              <a:rPr lang="en-US" sz="2400" err="1">
                <a:ea typeface="+mn-lt"/>
                <a:cs typeface="+mn-lt"/>
              </a:rPr>
              <a:t>khai</a:t>
            </a:r>
            <a:r>
              <a:rPr lang="en-US" sz="2400" dirty="0">
                <a:ea typeface="+mn-lt"/>
                <a:cs typeface="+mn-lt"/>
              </a:rPr>
              <a:t> </a:t>
            </a:r>
            <a:r>
              <a:rPr lang="en-US" sz="2400" err="1">
                <a:ea typeface="+mn-lt"/>
                <a:cs typeface="+mn-lt"/>
              </a:rPr>
              <a:t>các</a:t>
            </a:r>
            <a:r>
              <a:rPr lang="en-US" sz="2400" dirty="0">
                <a:ea typeface="+mn-lt"/>
                <a:cs typeface="+mn-lt"/>
              </a:rPr>
              <a:t> </a:t>
            </a:r>
            <a:r>
              <a:rPr lang="en-US" sz="2400" err="1">
                <a:ea typeface="+mn-lt"/>
                <a:cs typeface="+mn-lt"/>
              </a:rPr>
              <a:t>biện</a:t>
            </a:r>
            <a:r>
              <a:rPr lang="en-US" sz="2400" dirty="0">
                <a:ea typeface="+mn-lt"/>
                <a:cs typeface="+mn-lt"/>
              </a:rPr>
              <a:t> </a:t>
            </a:r>
            <a:r>
              <a:rPr lang="en-US" sz="2400" err="1">
                <a:ea typeface="+mn-lt"/>
                <a:cs typeface="+mn-lt"/>
              </a:rPr>
              <a:t>pháp</a:t>
            </a:r>
            <a:r>
              <a:rPr lang="en-US" sz="2400" dirty="0">
                <a:ea typeface="+mn-lt"/>
                <a:cs typeface="+mn-lt"/>
              </a:rPr>
              <a:t> </a:t>
            </a:r>
            <a:r>
              <a:rPr lang="en-US" sz="2400" err="1">
                <a:ea typeface="+mn-lt"/>
                <a:cs typeface="+mn-lt"/>
              </a:rPr>
              <a:t>bảo</a:t>
            </a:r>
            <a:r>
              <a:rPr lang="en-US" sz="2400" dirty="0">
                <a:ea typeface="+mn-lt"/>
                <a:cs typeface="+mn-lt"/>
              </a:rPr>
              <a:t> </a:t>
            </a:r>
            <a:r>
              <a:rPr lang="en-US" sz="2400" err="1">
                <a:ea typeface="+mn-lt"/>
                <a:cs typeface="+mn-lt"/>
              </a:rPr>
              <a:t>mật</a:t>
            </a:r>
            <a:r>
              <a:rPr lang="en-US" sz="2400" dirty="0">
                <a:ea typeface="+mn-lt"/>
                <a:cs typeface="+mn-lt"/>
              </a:rPr>
              <a:t> </a:t>
            </a:r>
            <a:r>
              <a:rPr lang="en-US" sz="2400" err="1">
                <a:ea typeface="+mn-lt"/>
                <a:cs typeface="+mn-lt"/>
              </a:rPr>
              <a:t>theo</a:t>
            </a:r>
            <a:r>
              <a:rPr lang="en-US" sz="2400" dirty="0">
                <a:ea typeface="+mn-lt"/>
                <a:cs typeface="+mn-lt"/>
              </a:rPr>
              <a:t> </a:t>
            </a:r>
            <a:r>
              <a:rPr lang="en-US" sz="2400" err="1">
                <a:ea typeface="+mn-lt"/>
                <a:cs typeface="+mn-lt"/>
              </a:rPr>
              <a:t>chiều</a:t>
            </a:r>
            <a:r>
              <a:rPr lang="en-US" sz="2400" dirty="0">
                <a:ea typeface="+mn-lt"/>
                <a:cs typeface="+mn-lt"/>
              </a:rPr>
              <a:t> </a:t>
            </a:r>
            <a:r>
              <a:rPr lang="en-US" sz="2400" err="1">
                <a:ea typeface="+mn-lt"/>
                <a:cs typeface="+mn-lt"/>
              </a:rPr>
              <a:t>sâu</a:t>
            </a:r>
            <a:r>
              <a:rPr lang="en-US" sz="2400">
                <a:ea typeface="+mn-lt"/>
                <a:cs typeface="+mn-lt"/>
              </a:rPr>
              <a:t>.</a:t>
            </a:r>
            <a:endParaRPr lang="en-US" sz="2400" dirty="0"/>
          </a:p>
        </p:txBody>
      </p:sp>
      <p:sp>
        <p:nvSpPr>
          <p:cNvPr id="33" name="Rectangle 3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HPT">
            <a:extLst>
              <a:ext uri="{FF2B5EF4-FFF2-40B4-BE49-F238E27FC236}">
                <a16:creationId xmlns:a16="http://schemas.microsoft.com/office/drawing/2014/main" id="{1A5FFC77-EB4F-F934-97F8-39389A656C51}"/>
              </a:ext>
            </a:extLst>
          </p:cNvPr>
          <p:cNvPicPr>
            <a:picLocks noChangeAspect="1"/>
          </p:cNvPicPr>
          <p:nvPr/>
        </p:nvPicPr>
        <p:blipFill>
          <a:blip r:embed="rId2"/>
          <a:srcRect l="14454" r="1" b="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876230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26F867-DAA4-6A6B-9A54-A8A0E2CB8ABA}"/>
              </a:ext>
            </a:extLst>
          </p:cNvPr>
          <p:cNvSpPr>
            <a:spLocks noGrp="1"/>
          </p:cNvSpPr>
          <p:nvPr>
            <p:ph type="title"/>
          </p:nvPr>
        </p:nvSpPr>
        <p:spPr>
          <a:xfrm>
            <a:off x="793662" y="386930"/>
            <a:ext cx="10066122" cy="1298448"/>
          </a:xfrm>
        </p:spPr>
        <p:txBody>
          <a:bodyPr anchor="b">
            <a:normAutofit/>
          </a:bodyPr>
          <a:lstStyle/>
          <a:p>
            <a:r>
              <a:rPr lang="en-US" sz="4800" b="1" dirty="0">
                <a:ea typeface="+mj-lt"/>
                <a:cs typeface="+mj-lt"/>
              </a:rPr>
              <a:t>3.1. </a:t>
            </a:r>
            <a:r>
              <a:rPr lang="en-US" sz="4800" b="1" dirty="0" err="1">
                <a:ea typeface="+mj-lt"/>
                <a:cs typeface="+mj-lt"/>
              </a:rPr>
              <a:t>Phòng</a:t>
            </a:r>
            <a:r>
              <a:rPr lang="en-US" sz="4800" b="1" dirty="0">
                <a:ea typeface="+mj-lt"/>
                <a:cs typeface="+mj-lt"/>
              </a:rPr>
              <a:t> </a:t>
            </a:r>
            <a:r>
              <a:rPr lang="en-US" sz="4800" b="1" dirty="0" err="1">
                <a:ea typeface="+mj-lt"/>
                <a:cs typeface="+mj-lt"/>
              </a:rPr>
              <a:t>chống</a:t>
            </a:r>
            <a:r>
              <a:rPr lang="en-US" sz="4800" b="1" dirty="0">
                <a:ea typeface="+mj-lt"/>
                <a:cs typeface="+mj-lt"/>
              </a:rPr>
              <a:t> </a:t>
            </a:r>
            <a:r>
              <a:rPr lang="en-US" sz="4800" b="1" dirty="0" err="1">
                <a:ea typeface="+mj-lt"/>
                <a:cs typeface="+mj-lt"/>
              </a:rPr>
              <a:t>Tấn</a:t>
            </a:r>
            <a:r>
              <a:rPr lang="en-US" sz="4800" b="1" dirty="0">
                <a:ea typeface="+mj-lt"/>
                <a:cs typeface="+mj-lt"/>
              </a:rPr>
              <a:t> </a:t>
            </a:r>
            <a:r>
              <a:rPr lang="en-US" sz="4800" b="1" dirty="0" err="1">
                <a:ea typeface="+mj-lt"/>
                <a:cs typeface="+mj-lt"/>
              </a:rPr>
              <a:t>công</a:t>
            </a:r>
            <a:r>
              <a:rPr lang="en-US" sz="4800" b="1" dirty="0">
                <a:ea typeface="+mj-lt"/>
                <a:cs typeface="+mj-lt"/>
              </a:rPr>
              <a:t> Injection</a:t>
            </a:r>
            <a:endParaRPr lang="en-US" sz="4800" dirty="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A5779CD-9D61-457E-7596-AC26F64A893B}"/>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1900" b="1">
                <a:ea typeface="+mn-lt"/>
                <a:cs typeface="+mn-lt"/>
              </a:rPr>
              <a:t>Sử dụng Prepared Statements (với tham số hóa):</a:t>
            </a:r>
            <a:r>
              <a:rPr lang="en-US" sz="1900">
                <a:ea typeface="+mn-lt"/>
                <a:cs typeface="+mn-lt"/>
              </a:rPr>
              <a:t> Đây là biện pháp quan trọng nhất. Thay vì xây dựng câu lệnh SQL bằng cách nối chuỗi, chúng ta sử dụng các tham số (placeholders). Điều này đảm bảo dữ liệu nhập vào chỉ được coi là dữ liệu, không phải là mã lệnh.</a:t>
            </a:r>
            <a:endParaRPr lang="en-US" sz="1900"/>
          </a:p>
          <a:p>
            <a:r>
              <a:rPr lang="en-US" sz="1900" b="1" dirty="0">
                <a:ea typeface="+mn-lt"/>
                <a:cs typeface="+mn-lt"/>
              </a:rPr>
              <a:t>Input Validation (</a:t>
            </a:r>
            <a:r>
              <a:rPr lang="en-US" sz="1900" b="1" dirty="0" err="1">
                <a:ea typeface="+mn-lt"/>
                <a:cs typeface="+mn-lt"/>
              </a:rPr>
              <a:t>Xác</a:t>
            </a:r>
            <a:r>
              <a:rPr lang="en-US" sz="1900" b="1" dirty="0">
                <a:ea typeface="+mn-lt"/>
                <a:cs typeface="+mn-lt"/>
              </a:rPr>
              <a:t> </a:t>
            </a:r>
            <a:r>
              <a:rPr lang="en-US" sz="1900" b="1" dirty="0" err="1">
                <a:ea typeface="+mn-lt"/>
                <a:cs typeface="+mn-lt"/>
              </a:rPr>
              <a:t>thực</a:t>
            </a:r>
            <a:r>
              <a:rPr lang="en-US" sz="1900" b="1" dirty="0">
                <a:ea typeface="+mn-lt"/>
                <a:cs typeface="+mn-lt"/>
              </a:rPr>
              <a:t> </a:t>
            </a:r>
            <a:r>
              <a:rPr lang="en-US" sz="1900" b="1" dirty="0" err="1">
                <a:ea typeface="+mn-lt"/>
                <a:cs typeface="+mn-lt"/>
              </a:rPr>
              <a:t>đầu</a:t>
            </a:r>
            <a:r>
              <a:rPr lang="en-US" sz="1900" b="1" dirty="0">
                <a:ea typeface="+mn-lt"/>
                <a:cs typeface="+mn-lt"/>
              </a:rPr>
              <a:t> </a:t>
            </a:r>
            <a:r>
              <a:rPr lang="en-US" sz="1900" b="1" dirty="0" err="1">
                <a:ea typeface="+mn-lt"/>
                <a:cs typeface="+mn-lt"/>
              </a:rPr>
              <a:t>vào</a:t>
            </a:r>
            <a:r>
              <a:rPr lang="en-US" sz="1900" b="1" dirty="0">
                <a:ea typeface="+mn-lt"/>
                <a:cs typeface="+mn-lt"/>
              </a:rPr>
              <a:t>):</a:t>
            </a:r>
            <a:r>
              <a:rPr lang="en-US" sz="1900" dirty="0">
                <a:ea typeface="+mn-lt"/>
                <a:cs typeface="+mn-lt"/>
              </a:rPr>
              <a:t> </a:t>
            </a:r>
            <a:r>
              <a:rPr lang="en-US" sz="1900" dirty="0" err="1">
                <a:ea typeface="+mn-lt"/>
                <a:cs typeface="+mn-lt"/>
              </a:rPr>
              <a:t>Luôn</a:t>
            </a:r>
            <a:r>
              <a:rPr lang="en-US" sz="1900" dirty="0">
                <a:ea typeface="+mn-lt"/>
                <a:cs typeface="+mn-lt"/>
              </a:rPr>
              <a:t> </a:t>
            </a:r>
            <a:r>
              <a:rPr lang="en-US" sz="1900" dirty="0" err="1">
                <a:ea typeface="+mn-lt"/>
                <a:cs typeface="+mn-lt"/>
              </a:rPr>
              <a:t>kiểm</a:t>
            </a:r>
            <a:r>
              <a:rPr lang="en-US" sz="1900" dirty="0">
                <a:ea typeface="+mn-lt"/>
                <a:cs typeface="+mn-lt"/>
              </a:rPr>
              <a:t> </a:t>
            </a:r>
            <a:r>
              <a:rPr lang="en-US" sz="1900" dirty="0" err="1">
                <a:ea typeface="+mn-lt"/>
                <a:cs typeface="+mn-lt"/>
              </a:rPr>
              <a:t>tra</a:t>
            </a:r>
            <a:r>
              <a:rPr lang="en-US" sz="1900" dirty="0">
                <a:ea typeface="+mn-lt"/>
                <a:cs typeface="+mn-lt"/>
              </a:rPr>
              <a:t> </a:t>
            </a:r>
            <a:r>
              <a:rPr lang="en-US" sz="1900" dirty="0" err="1">
                <a:ea typeface="+mn-lt"/>
                <a:cs typeface="+mn-lt"/>
              </a:rPr>
              <a:t>tính</a:t>
            </a:r>
            <a:r>
              <a:rPr lang="en-US" sz="1900" dirty="0">
                <a:ea typeface="+mn-lt"/>
                <a:cs typeface="+mn-lt"/>
              </a:rPr>
              <a:t> </a:t>
            </a:r>
            <a:r>
              <a:rPr lang="en-US" sz="1900" dirty="0" err="1">
                <a:ea typeface="+mn-lt"/>
                <a:cs typeface="+mn-lt"/>
              </a:rPr>
              <a:t>hợp</a:t>
            </a:r>
            <a:r>
              <a:rPr lang="en-US" sz="1900" dirty="0">
                <a:ea typeface="+mn-lt"/>
                <a:cs typeface="+mn-lt"/>
              </a:rPr>
              <a:t> </a:t>
            </a:r>
            <a:r>
              <a:rPr lang="en-US" sz="1900" dirty="0" err="1">
                <a:ea typeface="+mn-lt"/>
                <a:cs typeface="+mn-lt"/>
              </a:rPr>
              <a:t>lệ</a:t>
            </a:r>
            <a:r>
              <a:rPr lang="en-US" sz="1900" dirty="0">
                <a:ea typeface="+mn-lt"/>
                <a:cs typeface="+mn-lt"/>
              </a:rPr>
              <a:t> </a:t>
            </a:r>
            <a:r>
              <a:rPr lang="en-US" sz="1900" dirty="0" err="1">
                <a:ea typeface="+mn-lt"/>
                <a:cs typeface="+mn-lt"/>
              </a:rPr>
              <a:t>của</a:t>
            </a:r>
            <a:r>
              <a:rPr lang="en-US" sz="1900" dirty="0">
                <a:ea typeface="+mn-lt"/>
                <a:cs typeface="+mn-lt"/>
              </a:rPr>
              <a:t> </a:t>
            </a:r>
            <a:r>
              <a:rPr lang="en-US" sz="1900" dirty="0" err="1">
                <a:ea typeface="+mn-lt"/>
                <a:cs typeface="+mn-lt"/>
              </a:rPr>
              <a:t>dữ</a:t>
            </a:r>
            <a:r>
              <a:rPr lang="en-US" sz="1900" dirty="0">
                <a:ea typeface="+mn-lt"/>
                <a:cs typeface="+mn-lt"/>
              </a:rPr>
              <a:t> </a:t>
            </a:r>
            <a:r>
              <a:rPr lang="en-US" sz="1900" dirty="0" err="1">
                <a:ea typeface="+mn-lt"/>
                <a:cs typeface="+mn-lt"/>
              </a:rPr>
              <a:t>liệu</a:t>
            </a:r>
            <a:r>
              <a:rPr lang="en-US" sz="1900" dirty="0">
                <a:ea typeface="+mn-lt"/>
                <a:cs typeface="+mn-lt"/>
              </a:rPr>
              <a:t> </a:t>
            </a:r>
            <a:r>
              <a:rPr lang="en-US" sz="1900" dirty="0" err="1">
                <a:ea typeface="+mn-lt"/>
                <a:cs typeface="+mn-lt"/>
              </a:rPr>
              <a:t>người</a:t>
            </a:r>
            <a:r>
              <a:rPr lang="en-US" sz="1900" dirty="0">
                <a:ea typeface="+mn-lt"/>
                <a:cs typeface="+mn-lt"/>
              </a:rPr>
              <a:t> </a:t>
            </a:r>
            <a:r>
              <a:rPr lang="en-US" sz="1900" dirty="0" err="1">
                <a:ea typeface="+mn-lt"/>
                <a:cs typeface="+mn-lt"/>
              </a:rPr>
              <a:t>dùng</a:t>
            </a:r>
            <a:r>
              <a:rPr lang="en-US" sz="1900" dirty="0">
                <a:ea typeface="+mn-lt"/>
                <a:cs typeface="+mn-lt"/>
              </a:rPr>
              <a:t> </a:t>
            </a:r>
            <a:r>
              <a:rPr lang="en-US" sz="1900" dirty="0" err="1">
                <a:ea typeface="+mn-lt"/>
                <a:cs typeface="+mn-lt"/>
              </a:rPr>
              <a:t>nhập</a:t>
            </a:r>
            <a:r>
              <a:rPr lang="en-US" sz="1900" dirty="0">
                <a:ea typeface="+mn-lt"/>
                <a:cs typeface="+mn-lt"/>
              </a:rPr>
              <a:t> </a:t>
            </a:r>
            <a:r>
              <a:rPr lang="en-US" sz="1900" dirty="0" err="1">
                <a:ea typeface="+mn-lt"/>
                <a:cs typeface="+mn-lt"/>
              </a:rPr>
              <a:t>vào</a:t>
            </a:r>
            <a:r>
              <a:rPr lang="en-US" sz="1900" dirty="0">
                <a:ea typeface="+mn-lt"/>
                <a:cs typeface="+mn-lt"/>
              </a:rPr>
              <a:t> (</a:t>
            </a:r>
            <a:r>
              <a:rPr lang="en-US" sz="1900" dirty="0" err="1">
                <a:ea typeface="+mn-lt"/>
                <a:cs typeface="+mn-lt"/>
              </a:rPr>
              <a:t>kiểu</a:t>
            </a:r>
            <a:r>
              <a:rPr lang="en-US" sz="1900" dirty="0">
                <a:ea typeface="+mn-lt"/>
                <a:cs typeface="+mn-lt"/>
              </a:rPr>
              <a:t> </a:t>
            </a:r>
            <a:r>
              <a:rPr lang="en-US" sz="1900" dirty="0" err="1">
                <a:ea typeface="+mn-lt"/>
                <a:cs typeface="+mn-lt"/>
              </a:rPr>
              <a:t>dữ</a:t>
            </a:r>
            <a:r>
              <a:rPr lang="en-US" sz="1900" dirty="0">
                <a:ea typeface="+mn-lt"/>
                <a:cs typeface="+mn-lt"/>
              </a:rPr>
              <a:t> </a:t>
            </a:r>
            <a:r>
              <a:rPr lang="en-US" sz="1900" dirty="0" err="1">
                <a:ea typeface="+mn-lt"/>
                <a:cs typeface="+mn-lt"/>
              </a:rPr>
              <a:t>liệu</a:t>
            </a:r>
            <a:r>
              <a:rPr lang="en-US" sz="1900" dirty="0">
                <a:ea typeface="+mn-lt"/>
                <a:cs typeface="+mn-lt"/>
              </a:rPr>
              <a:t>, </a:t>
            </a:r>
            <a:r>
              <a:rPr lang="en-US" sz="1900" dirty="0" err="1">
                <a:ea typeface="+mn-lt"/>
                <a:cs typeface="+mn-lt"/>
              </a:rPr>
              <a:t>độ</a:t>
            </a:r>
            <a:r>
              <a:rPr lang="en-US" sz="1900" dirty="0">
                <a:ea typeface="+mn-lt"/>
                <a:cs typeface="+mn-lt"/>
              </a:rPr>
              <a:t> </a:t>
            </a:r>
            <a:r>
              <a:rPr lang="en-US" sz="1900" dirty="0" err="1">
                <a:ea typeface="+mn-lt"/>
                <a:cs typeface="+mn-lt"/>
              </a:rPr>
              <a:t>dài</a:t>
            </a:r>
            <a:r>
              <a:rPr lang="en-US" sz="1900" dirty="0">
                <a:ea typeface="+mn-lt"/>
                <a:cs typeface="+mn-lt"/>
              </a:rPr>
              <a:t>, </a:t>
            </a:r>
            <a:r>
              <a:rPr lang="en-US" sz="1900" dirty="0" err="1">
                <a:ea typeface="+mn-lt"/>
                <a:cs typeface="+mn-lt"/>
              </a:rPr>
              <a:t>định</a:t>
            </a:r>
            <a:r>
              <a:rPr lang="en-US" sz="1900" dirty="0">
                <a:ea typeface="+mn-lt"/>
                <a:cs typeface="+mn-lt"/>
              </a:rPr>
              <a:t> </a:t>
            </a:r>
            <a:r>
              <a:rPr lang="en-US" sz="1900" dirty="0" err="1">
                <a:ea typeface="+mn-lt"/>
                <a:cs typeface="+mn-lt"/>
              </a:rPr>
              <a:t>dạng</a:t>
            </a:r>
            <a:r>
              <a:rPr lang="en-US" sz="1900" dirty="0">
                <a:ea typeface="+mn-lt"/>
                <a:cs typeface="+mn-lt"/>
              </a:rPr>
              <a:t>) ở </a:t>
            </a:r>
            <a:r>
              <a:rPr lang="en-US" sz="1900" dirty="0" err="1">
                <a:ea typeface="+mn-lt"/>
                <a:cs typeface="+mn-lt"/>
              </a:rPr>
              <a:t>phía</a:t>
            </a:r>
            <a:r>
              <a:rPr lang="en-US" sz="1900" dirty="0">
                <a:ea typeface="+mn-lt"/>
                <a:cs typeface="+mn-lt"/>
              </a:rPr>
              <a:t> </a:t>
            </a:r>
            <a:r>
              <a:rPr lang="en-US" sz="1900" dirty="0" err="1">
                <a:ea typeface="+mn-lt"/>
                <a:cs typeface="+mn-lt"/>
              </a:rPr>
              <a:t>máy</a:t>
            </a:r>
            <a:r>
              <a:rPr lang="en-US" sz="1900" dirty="0">
                <a:ea typeface="+mn-lt"/>
                <a:cs typeface="+mn-lt"/>
              </a:rPr>
              <a:t> </a:t>
            </a:r>
            <a:r>
              <a:rPr lang="en-US" sz="1900" dirty="0" err="1">
                <a:ea typeface="+mn-lt"/>
                <a:cs typeface="+mn-lt"/>
              </a:rPr>
              <a:t>chủ</a:t>
            </a:r>
            <a:r>
              <a:rPr lang="en-US" sz="1900" dirty="0">
                <a:ea typeface="+mn-lt"/>
                <a:cs typeface="+mn-lt"/>
              </a:rPr>
              <a:t> (server-side).</a:t>
            </a:r>
            <a:endParaRPr lang="en-US" sz="1900" dirty="0"/>
          </a:p>
          <a:p>
            <a:endParaRPr lang="en-US" sz="1900"/>
          </a:p>
        </p:txBody>
      </p:sp>
      <p:pic>
        <p:nvPicPr>
          <p:cNvPr id="4" name="Picture 3" descr="SQL Injection là gì? Độ nguy hiểm và cách phòng tránh hiệu quả">
            <a:extLst>
              <a:ext uri="{FF2B5EF4-FFF2-40B4-BE49-F238E27FC236}">
                <a16:creationId xmlns:a16="http://schemas.microsoft.com/office/drawing/2014/main" id="{C8659A76-A942-D835-8B25-C6BC71647E89}"/>
              </a:ext>
            </a:extLst>
          </p:cNvPr>
          <p:cNvPicPr>
            <a:picLocks noChangeAspect="1"/>
          </p:cNvPicPr>
          <p:nvPr/>
        </p:nvPicPr>
        <p:blipFill>
          <a:blip r:embed="rId2"/>
          <a:stretch>
            <a:fillRect/>
          </a:stretch>
        </p:blipFill>
        <p:spPr>
          <a:xfrm>
            <a:off x="5911532" y="2679997"/>
            <a:ext cx="5150277" cy="3322759"/>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7112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A6AAD7-4748-B1E3-27E7-8284FC1473D6}"/>
              </a:ext>
            </a:extLst>
          </p:cNvPr>
          <p:cNvSpPr>
            <a:spLocks noGrp="1"/>
          </p:cNvSpPr>
          <p:nvPr>
            <p:ph type="title"/>
          </p:nvPr>
        </p:nvSpPr>
        <p:spPr>
          <a:xfrm>
            <a:off x="793662" y="386930"/>
            <a:ext cx="10066122" cy="1298448"/>
          </a:xfrm>
        </p:spPr>
        <p:txBody>
          <a:bodyPr anchor="b">
            <a:normAutofit/>
          </a:bodyPr>
          <a:lstStyle/>
          <a:p>
            <a:r>
              <a:rPr lang="en-US" sz="4800" b="1" dirty="0">
                <a:ea typeface="+mj-lt"/>
                <a:cs typeface="+mj-lt"/>
              </a:rPr>
              <a:t>3.2. </a:t>
            </a:r>
            <a:r>
              <a:rPr lang="en-US" sz="4800" b="1" dirty="0" err="1">
                <a:ea typeface="+mj-lt"/>
                <a:cs typeface="+mj-lt"/>
              </a:rPr>
              <a:t>Phòng</a:t>
            </a:r>
            <a:r>
              <a:rPr lang="en-US" sz="4800" b="1" dirty="0">
                <a:ea typeface="+mj-lt"/>
                <a:cs typeface="+mj-lt"/>
              </a:rPr>
              <a:t> </a:t>
            </a:r>
            <a:r>
              <a:rPr lang="en-US" sz="4800" b="1" dirty="0" err="1">
                <a:ea typeface="+mj-lt"/>
                <a:cs typeface="+mj-lt"/>
              </a:rPr>
              <a:t>chống</a:t>
            </a:r>
            <a:r>
              <a:rPr lang="en-US" sz="4800" b="1" dirty="0">
                <a:ea typeface="+mj-lt"/>
                <a:cs typeface="+mj-lt"/>
              </a:rPr>
              <a:t> XSS</a:t>
            </a:r>
            <a:endParaRPr lang="en-US" sz="4800" dirty="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79E43C-9069-B1C1-0723-AE4A7F65F6E6}"/>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1900" b="1">
                <a:ea typeface="+mn-lt"/>
                <a:cs typeface="+mn-lt"/>
              </a:rPr>
              <a:t>Output Encoding (Mã hóa đầu ra):</a:t>
            </a:r>
            <a:r>
              <a:rPr lang="en-US" sz="1900">
                <a:ea typeface="+mn-lt"/>
                <a:cs typeface="+mn-lt"/>
              </a:rPr>
              <a:t> Luôn mã hóa dữ liệu người dùng trước khi hiển thị lên trình duyệt. Ví dụ: chuyển </a:t>
            </a:r>
            <a:r>
              <a:rPr lang="en-US" sz="1900">
                <a:latin typeface="Consolas"/>
              </a:rPr>
              <a:t>&lt;script&gt;</a:t>
            </a:r>
            <a:r>
              <a:rPr lang="en-US" sz="1900">
                <a:ea typeface="+mn-lt"/>
                <a:cs typeface="+mn-lt"/>
              </a:rPr>
              <a:t> thành </a:t>
            </a:r>
            <a:r>
              <a:rPr lang="en-US" sz="1900">
                <a:latin typeface="Consolas"/>
              </a:rPr>
              <a:t>&amp;lt;script&amp;gt;</a:t>
            </a:r>
            <a:r>
              <a:rPr lang="en-US" sz="1900">
                <a:ea typeface="+mn-lt"/>
                <a:cs typeface="+mn-lt"/>
              </a:rPr>
              <a:t>.</a:t>
            </a:r>
            <a:endParaRPr lang="en-US" sz="1900"/>
          </a:p>
          <a:p>
            <a:r>
              <a:rPr lang="en-US" sz="1900" b="1">
                <a:ea typeface="+mn-lt"/>
                <a:cs typeface="+mn-lt"/>
              </a:rPr>
              <a:t>Content Security Policy (CSP):</a:t>
            </a:r>
            <a:r>
              <a:rPr lang="en-US" sz="1900">
                <a:ea typeface="+mn-lt"/>
                <a:cs typeface="+mn-lt"/>
              </a:rPr>
              <a:t> Thiết lập một chính sách bảo mật nội dung để giới hạn nguồn tài nguyên (script, style, hình ảnh...) mà trình duyệt được phép tải và thực thi, ngăn chặn việc chạy các script từ các nguồn không tin cậy.</a:t>
            </a:r>
            <a:endParaRPr lang="en-US" sz="1900"/>
          </a:p>
          <a:p>
            <a:endParaRPr lang="en-US" sz="1900"/>
          </a:p>
        </p:txBody>
      </p:sp>
      <p:pic>
        <p:nvPicPr>
          <p:cNvPr id="4" name="Picture 3" descr="A diagram of a computer network&#10;&#10;AI-generated content may be incorrect.">
            <a:extLst>
              <a:ext uri="{FF2B5EF4-FFF2-40B4-BE49-F238E27FC236}">
                <a16:creationId xmlns:a16="http://schemas.microsoft.com/office/drawing/2014/main" id="{A7F07AED-60D6-91EB-D829-81E8DB21D63F}"/>
              </a:ext>
            </a:extLst>
          </p:cNvPr>
          <p:cNvPicPr>
            <a:picLocks noChangeAspect="1"/>
          </p:cNvPicPr>
          <p:nvPr/>
        </p:nvPicPr>
        <p:blipFill>
          <a:blip r:embed="rId2"/>
          <a:stretch>
            <a:fillRect/>
          </a:stretch>
        </p:blipFill>
        <p:spPr>
          <a:xfrm>
            <a:off x="5911532" y="3462879"/>
            <a:ext cx="5150277" cy="1756995"/>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9450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11A0B-084E-D7EB-C1C6-30C3F5DD25BB}"/>
              </a:ext>
            </a:extLst>
          </p:cNvPr>
          <p:cNvSpPr>
            <a:spLocks noGrp="1"/>
          </p:cNvSpPr>
          <p:nvPr>
            <p:ph type="title"/>
          </p:nvPr>
        </p:nvSpPr>
        <p:spPr>
          <a:xfrm>
            <a:off x="156922" y="-291563"/>
            <a:ext cx="10066122" cy="1298448"/>
          </a:xfrm>
        </p:spPr>
        <p:txBody>
          <a:bodyPr anchor="b">
            <a:normAutofit/>
          </a:bodyPr>
          <a:lstStyle/>
          <a:p>
            <a:r>
              <a:rPr lang="en-US" sz="4800" b="1">
                <a:ea typeface="+mj-lt"/>
                <a:cs typeface="+mj-lt"/>
              </a:rPr>
              <a:t>3.3. Phòng chống CSRF</a:t>
            </a:r>
            <a:endParaRPr lang="en-US" sz="4800"/>
          </a:p>
        </p:txBody>
      </p:sp>
      <p:sp>
        <p:nvSpPr>
          <p:cNvPr id="31" name="Rectangle 3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717991-8BB5-735F-DF92-1F1D1A8C0B77}"/>
              </a:ext>
            </a:extLst>
          </p:cNvPr>
          <p:cNvSpPr>
            <a:spLocks noGrp="1"/>
          </p:cNvSpPr>
          <p:nvPr>
            <p:ph idx="1"/>
          </p:nvPr>
        </p:nvSpPr>
        <p:spPr>
          <a:xfrm>
            <a:off x="793661" y="2599509"/>
            <a:ext cx="4530898" cy="3639450"/>
          </a:xfrm>
        </p:spPr>
        <p:txBody>
          <a:bodyPr vert="horz" lIns="91440" tIns="45720" rIns="91440" bIns="45720" rtlCol="0" anchor="ctr">
            <a:noAutofit/>
          </a:bodyPr>
          <a:lstStyle/>
          <a:p>
            <a:r>
              <a:rPr lang="en-US" sz="1800" b="1" err="1">
                <a:ea typeface="+mn-lt"/>
                <a:cs typeface="+mn-lt"/>
              </a:rPr>
              <a:t>Sử</a:t>
            </a:r>
            <a:r>
              <a:rPr lang="en-US" sz="1800" b="1" dirty="0">
                <a:ea typeface="+mn-lt"/>
                <a:cs typeface="+mn-lt"/>
              </a:rPr>
              <a:t> </a:t>
            </a:r>
            <a:r>
              <a:rPr lang="en-US" sz="1800" b="1" err="1">
                <a:ea typeface="+mn-lt"/>
                <a:cs typeface="+mn-lt"/>
              </a:rPr>
              <a:t>dụng</a:t>
            </a:r>
            <a:r>
              <a:rPr lang="en-US" sz="1800" b="1" dirty="0">
                <a:ea typeface="+mn-lt"/>
                <a:cs typeface="+mn-lt"/>
              </a:rPr>
              <a:t> Anti-CSRF Tokens:</a:t>
            </a:r>
            <a:r>
              <a:rPr lang="en-US" sz="1800" dirty="0">
                <a:ea typeface="+mn-lt"/>
                <a:cs typeface="+mn-lt"/>
              </a:rPr>
              <a:t> Khi </a:t>
            </a:r>
            <a:r>
              <a:rPr lang="en-US" sz="1800" err="1">
                <a:ea typeface="+mn-lt"/>
                <a:cs typeface="+mn-lt"/>
              </a:rPr>
              <a:t>người</a:t>
            </a:r>
            <a:r>
              <a:rPr lang="en-US" sz="1800" dirty="0">
                <a:ea typeface="+mn-lt"/>
                <a:cs typeface="+mn-lt"/>
              </a:rPr>
              <a:t> </a:t>
            </a:r>
            <a:r>
              <a:rPr lang="en-US" sz="1800" err="1">
                <a:ea typeface="+mn-lt"/>
                <a:cs typeface="+mn-lt"/>
              </a:rPr>
              <a:t>dùng</a:t>
            </a:r>
            <a:r>
              <a:rPr lang="en-US" sz="1800" dirty="0">
                <a:ea typeface="+mn-lt"/>
                <a:cs typeface="+mn-lt"/>
              </a:rPr>
              <a:t> </a:t>
            </a:r>
            <a:r>
              <a:rPr lang="en-US" sz="1800" err="1">
                <a:ea typeface="+mn-lt"/>
                <a:cs typeface="+mn-lt"/>
              </a:rPr>
              <a:t>tải</a:t>
            </a:r>
            <a:r>
              <a:rPr lang="en-US" sz="1800" dirty="0">
                <a:ea typeface="+mn-lt"/>
                <a:cs typeface="+mn-lt"/>
              </a:rPr>
              <a:t> </a:t>
            </a:r>
            <a:r>
              <a:rPr lang="en-US" sz="1800" err="1">
                <a:ea typeface="+mn-lt"/>
                <a:cs typeface="+mn-lt"/>
              </a:rPr>
              <a:t>một</a:t>
            </a:r>
            <a:r>
              <a:rPr lang="en-US" sz="1800" dirty="0">
                <a:ea typeface="+mn-lt"/>
                <a:cs typeface="+mn-lt"/>
              </a:rPr>
              <a:t> form, </a:t>
            </a:r>
            <a:r>
              <a:rPr lang="en-US" sz="1800" err="1">
                <a:ea typeface="+mn-lt"/>
                <a:cs typeface="+mn-lt"/>
              </a:rPr>
              <a:t>máy</a:t>
            </a:r>
            <a:r>
              <a:rPr lang="en-US" sz="1800" dirty="0">
                <a:ea typeface="+mn-lt"/>
                <a:cs typeface="+mn-lt"/>
              </a:rPr>
              <a:t> </a:t>
            </a:r>
            <a:r>
              <a:rPr lang="en-US" sz="1800" err="1">
                <a:ea typeface="+mn-lt"/>
                <a:cs typeface="+mn-lt"/>
              </a:rPr>
              <a:t>chủ</a:t>
            </a:r>
            <a:r>
              <a:rPr lang="en-US" sz="1800" dirty="0">
                <a:ea typeface="+mn-lt"/>
                <a:cs typeface="+mn-lt"/>
              </a:rPr>
              <a:t> </a:t>
            </a:r>
            <a:r>
              <a:rPr lang="en-US" sz="1800" err="1">
                <a:ea typeface="+mn-lt"/>
                <a:cs typeface="+mn-lt"/>
              </a:rPr>
              <a:t>tạo</a:t>
            </a:r>
            <a:r>
              <a:rPr lang="en-US" sz="1800" dirty="0">
                <a:ea typeface="+mn-lt"/>
                <a:cs typeface="+mn-lt"/>
              </a:rPr>
              <a:t> </a:t>
            </a:r>
            <a:r>
              <a:rPr lang="en-US" sz="1800" err="1">
                <a:ea typeface="+mn-lt"/>
                <a:cs typeface="+mn-lt"/>
              </a:rPr>
              <a:t>ra</a:t>
            </a:r>
            <a:r>
              <a:rPr lang="en-US" sz="1800" dirty="0">
                <a:ea typeface="+mn-lt"/>
                <a:cs typeface="+mn-lt"/>
              </a:rPr>
              <a:t> </a:t>
            </a:r>
            <a:r>
              <a:rPr lang="en-US" sz="1800" err="1">
                <a:ea typeface="+mn-lt"/>
                <a:cs typeface="+mn-lt"/>
              </a:rPr>
              <a:t>một</a:t>
            </a:r>
            <a:r>
              <a:rPr lang="en-US" sz="1800" dirty="0">
                <a:ea typeface="+mn-lt"/>
                <a:cs typeface="+mn-lt"/>
              </a:rPr>
              <a:t> </a:t>
            </a:r>
            <a:r>
              <a:rPr lang="en-US" sz="1800" err="1">
                <a:ea typeface="+mn-lt"/>
                <a:cs typeface="+mn-lt"/>
              </a:rPr>
              <a:t>mã</a:t>
            </a:r>
            <a:r>
              <a:rPr lang="en-US" sz="1800" dirty="0">
                <a:ea typeface="+mn-lt"/>
                <a:cs typeface="+mn-lt"/>
              </a:rPr>
              <a:t> token </a:t>
            </a:r>
            <a:r>
              <a:rPr lang="en-US" sz="1800" err="1">
                <a:ea typeface="+mn-lt"/>
                <a:cs typeface="+mn-lt"/>
              </a:rPr>
              <a:t>ngẫu</a:t>
            </a:r>
            <a:r>
              <a:rPr lang="en-US" sz="1800" dirty="0">
                <a:ea typeface="+mn-lt"/>
                <a:cs typeface="+mn-lt"/>
              </a:rPr>
              <a:t> </a:t>
            </a:r>
            <a:r>
              <a:rPr lang="en-US" sz="1800" err="1">
                <a:ea typeface="+mn-lt"/>
                <a:cs typeface="+mn-lt"/>
              </a:rPr>
              <a:t>nhiên</a:t>
            </a:r>
            <a:r>
              <a:rPr lang="en-US" sz="1800" dirty="0">
                <a:ea typeface="+mn-lt"/>
                <a:cs typeface="+mn-lt"/>
              </a:rPr>
              <a:t> </a:t>
            </a:r>
            <a:r>
              <a:rPr lang="en-US" sz="1800" err="1">
                <a:ea typeface="+mn-lt"/>
                <a:cs typeface="+mn-lt"/>
              </a:rPr>
              <a:t>và</a:t>
            </a:r>
            <a:r>
              <a:rPr lang="en-US" sz="1800" dirty="0">
                <a:ea typeface="+mn-lt"/>
                <a:cs typeface="+mn-lt"/>
              </a:rPr>
              <a:t> </a:t>
            </a:r>
            <a:r>
              <a:rPr lang="en-US" sz="1800" err="1">
                <a:ea typeface="+mn-lt"/>
                <a:cs typeface="+mn-lt"/>
              </a:rPr>
              <a:t>duy</a:t>
            </a:r>
            <a:r>
              <a:rPr lang="en-US" sz="1800" dirty="0">
                <a:ea typeface="+mn-lt"/>
                <a:cs typeface="+mn-lt"/>
              </a:rPr>
              <a:t> </a:t>
            </a:r>
            <a:r>
              <a:rPr lang="en-US" sz="1800" err="1">
                <a:ea typeface="+mn-lt"/>
                <a:cs typeface="+mn-lt"/>
              </a:rPr>
              <a:t>nhất</a:t>
            </a:r>
            <a:r>
              <a:rPr lang="en-US" sz="1800" dirty="0">
                <a:ea typeface="+mn-lt"/>
                <a:cs typeface="+mn-lt"/>
              </a:rPr>
              <a:t>, </a:t>
            </a:r>
            <a:r>
              <a:rPr lang="en-US" sz="1800" err="1">
                <a:ea typeface="+mn-lt"/>
                <a:cs typeface="+mn-lt"/>
              </a:rPr>
              <a:t>gửi</a:t>
            </a:r>
            <a:r>
              <a:rPr lang="en-US" sz="1800" dirty="0">
                <a:ea typeface="+mn-lt"/>
                <a:cs typeface="+mn-lt"/>
              </a:rPr>
              <a:t> </a:t>
            </a:r>
            <a:r>
              <a:rPr lang="en-US" sz="1800" err="1">
                <a:ea typeface="+mn-lt"/>
                <a:cs typeface="+mn-lt"/>
              </a:rPr>
              <a:t>kèm</a:t>
            </a:r>
            <a:r>
              <a:rPr lang="en-US" sz="1800" dirty="0">
                <a:ea typeface="+mn-lt"/>
                <a:cs typeface="+mn-lt"/>
              </a:rPr>
              <a:t> </a:t>
            </a:r>
            <a:r>
              <a:rPr lang="en-US" sz="1800" err="1">
                <a:ea typeface="+mn-lt"/>
                <a:cs typeface="+mn-lt"/>
              </a:rPr>
              <a:t>theo</a:t>
            </a:r>
            <a:r>
              <a:rPr lang="en-US" sz="1800" dirty="0">
                <a:ea typeface="+mn-lt"/>
                <a:cs typeface="+mn-lt"/>
              </a:rPr>
              <a:t> form. Khi form </a:t>
            </a:r>
            <a:r>
              <a:rPr lang="en-US" sz="1800" err="1">
                <a:ea typeface="+mn-lt"/>
                <a:cs typeface="+mn-lt"/>
              </a:rPr>
              <a:t>được</a:t>
            </a:r>
            <a:r>
              <a:rPr lang="en-US" sz="1800" dirty="0">
                <a:ea typeface="+mn-lt"/>
                <a:cs typeface="+mn-lt"/>
              </a:rPr>
              <a:t> </a:t>
            </a:r>
            <a:r>
              <a:rPr lang="en-US" sz="1800" err="1">
                <a:ea typeface="+mn-lt"/>
                <a:cs typeface="+mn-lt"/>
              </a:rPr>
              <a:t>gửi</a:t>
            </a:r>
            <a:r>
              <a:rPr lang="en-US" sz="1800" dirty="0">
                <a:ea typeface="+mn-lt"/>
                <a:cs typeface="+mn-lt"/>
              </a:rPr>
              <a:t> </a:t>
            </a:r>
            <a:r>
              <a:rPr lang="en-US" sz="1800" err="1">
                <a:ea typeface="+mn-lt"/>
                <a:cs typeface="+mn-lt"/>
              </a:rPr>
              <a:t>lên</a:t>
            </a:r>
            <a:r>
              <a:rPr lang="en-US" sz="1800" dirty="0">
                <a:ea typeface="+mn-lt"/>
                <a:cs typeface="+mn-lt"/>
              </a:rPr>
              <a:t>, </a:t>
            </a:r>
            <a:r>
              <a:rPr lang="en-US" sz="1800" err="1">
                <a:ea typeface="+mn-lt"/>
                <a:cs typeface="+mn-lt"/>
              </a:rPr>
              <a:t>máy</a:t>
            </a:r>
            <a:r>
              <a:rPr lang="en-US" sz="1800" dirty="0">
                <a:ea typeface="+mn-lt"/>
                <a:cs typeface="+mn-lt"/>
              </a:rPr>
              <a:t> </a:t>
            </a:r>
            <a:r>
              <a:rPr lang="en-US" sz="1800" err="1">
                <a:ea typeface="+mn-lt"/>
                <a:cs typeface="+mn-lt"/>
              </a:rPr>
              <a:t>chủ</a:t>
            </a:r>
            <a:r>
              <a:rPr lang="en-US" sz="1800" dirty="0">
                <a:ea typeface="+mn-lt"/>
                <a:cs typeface="+mn-lt"/>
              </a:rPr>
              <a:t> </a:t>
            </a:r>
            <a:r>
              <a:rPr lang="en-US" sz="1800" err="1">
                <a:ea typeface="+mn-lt"/>
                <a:cs typeface="+mn-lt"/>
              </a:rPr>
              <a:t>xác</a:t>
            </a:r>
            <a:r>
              <a:rPr lang="en-US" sz="1800" dirty="0">
                <a:ea typeface="+mn-lt"/>
                <a:cs typeface="+mn-lt"/>
              </a:rPr>
              <a:t> </a:t>
            </a:r>
            <a:r>
              <a:rPr lang="en-US" sz="1800" err="1">
                <a:ea typeface="+mn-lt"/>
                <a:cs typeface="+mn-lt"/>
              </a:rPr>
              <a:t>minh</a:t>
            </a:r>
            <a:r>
              <a:rPr lang="en-US" sz="1800" dirty="0">
                <a:ea typeface="+mn-lt"/>
                <a:cs typeface="+mn-lt"/>
              </a:rPr>
              <a:t> token </a:t>
            </a:r>
            <a:r>
              <a:rPr lang="en-US" sz="1800" err="1">
                <a:ea typeface="+mn-lt"/>
                <a:cs typeface="+mn-lt"/>
              </a:rPr>
              <a:t>đó</a:t>
            </a:r>
            <a:r>
              <a:rPr lang="en-US" sz="1800" dirty="0">
                <a:ea typeface="+mn-lt"/>
                <a:cs typeface="+mn-lt"/>
              </a:rPr>
              <a:t>. </a:t>
            </a:r>
            <a:r>
              <a:rPr lang="en-US" sz="1800" err="1">
                <a:ea typeface="+mn-lt"/>
                <a:cs typeface="+mn-lt"/>
              </a:rPr>
              <a:t>Kẻ</a:t>
            </a:r>
            <a:r>
              <a:rPr lang="en-US" sz="1800" dirty="0">
                <a:ea typeface="+mn-lt"/>
                <a:cs typeface="+mn-lt"/>
              </a:rPr>
              <a:t> </a:t>
            </a:r>
            <a:r>
              <a:rPr lang="en-US" sz="1800" err="1">
                <a:ea typeface="+mn-lt"/>
                <a:cs typeface="+mn-lt"/>
              </a:rPr>
              <a:t>tấn</a:t>
            </a:r>
            <a:r>
              <a:rPr lang="en-US" sz="1800" dirty="0">
                <a:ea typeface="+mn-lt"/>
                <a:cs typeface="+mn-lt"/>
              </a:rPr>
              <a:t> </a:t>
            </a:r>
            <a:r>
              <a:rPr lang="en-US" sz="1800" err="1">
                <a:ea typeface="+mn-lt"/>
                <a:cs typeface="+mn-lt"/>
              </a:rPr>
              <a:t>công</a:t>
            </a:r>
            <a:r>
              <a:rPr lang="en-US" sz="1800" dirty="0">
                <a:ea typeface="+mn-lt"/>
                <a:cs typeface="+mn-lt"/>
              </a:rPr>
              <a:t> </a:t>
            </a:r>
            <a:r>
              <a:rPr lang="en-US" sz="1800" err="1">
                <a:ea typeface="+mn-lt"/>
                <a:cs typeface="+mn-lt"/>
              </a:rPr>
              <a:t>từ</a:t>
            </a:r>
            <a:r>
              <a:rPr lang="en-US" sz="1800" dirty="0">
                <a:ea typeface="+mn-lt"/>
                <a:cs typeface="+mn-lt"/>
              </a:rPr>
              <a:t> </a:t>
            </a:r>
            <a:r>
              <a:rPr lang="en-US" sz="1800" err="1">
                <a:ea typeface="+mn-lt"/>
                <a:cs typeface="+mn-lt"/>
              </a:rPr>
              <a:t>trang</a:t>
            </a:r>
            <a:r>
              <a:rPr lang="en-US" sz="1800" dirty="0">
                <a:ea typeface="+mn-lt"/>
                <a:cs typeface="+mn-lt"/>
              </a:rPr>
              <a:t> web </a:t>
            </a:r>
            <a:r>
              <a:rPr lang="en-US" sz="1800" err="1">
                <a:ea typeface="+mn-lt"/>
                <a:cs typeface="+mn-lt"/>
              </a:rPr>
              <a:t>khác</a:t>
            </a:r>
            <a:r>
              <a:rPr lang="en-US" sz="1800" dirty="0">
                <a:ea typeface="+mn-lt"/>
                <a:cs typeface="+mn-lt"/>
              </a:rPr>
              <a:t> </a:t>
            </a:r>
            <a:r>
              <a:rPr lang="en-US" sz="1800" err="1">
                <a:ea typeface="+mn-lt"/>
                <a:cs typeface="+mn-lt"/>
              </a:rPr>
              <a:t>sẽ</a:t>
            </a:r>
            <a:r>
              <a:rPr lang="en-US" sz="1800" dirty="0">
                <a:ea typeface="+mn-lt"/>
                <a:cs typeface="+mn-lt"/>
              </a:rPr>
              <a:t> </a:t>
            </a:r>
            <a:r>
              <a:rPr lang="en-US" sz="1800" err="1">
                <a:ea typeface="+mn-lt"/>
                <a:cs typeface="+mn-lt"/>
              </a:rPr>
              <a:t>không</a:t>
            </a:r>
            <a:r>
              <a:rPr lang="en-US" sz="1800" dirty="0">
                <a:ea typeface="+mn-lt"/>
                <a:cs typeface="+mn-lt"/>
              </a:rPr>
              <a:t> </a:t>
            </a:r>
            <a:r>
              <a:rPr lang="en-US" sz="1800" err="1">
                <a:ea typeface="+mn-lt"/>
                <a:cs typeface="+mn-lt"/>
              </a:rPr>
              <a:t>thể</a:t>
            </a:r>
            <a:r>
              <a:rPr lang="en-US" sz="1800" dirty="0">
                <a:ea typeface="+mn-lt"/>
                <a:cs typeface="+mn-lt"/>
              </a:rPr>
              <a:t> </a:t>
            </a:r>
            <a:r>
              <a:rPr lang="en-US" sz="1800" err="1">
                <a:ea typeface="+mn-lt"/>
                <a:cs typeface="+mn-lt"/>
              </a:rPr>
              <a:t>biết</a:t>
            </a:r>
            <a:r>
              <a:rPr lang="en-US" sz="1800" dirty="0">
                <a:ea typeface="+mn-lt"/>
                <a:cs typeface="+mn-lt"/>
              </a:rPr>
              <a:t> </a:t>
            </a:r>
            <a:r>
              <a:rPr lang="en-US" sz="1800" err="1">
                <a:ea typeface="+mn-lt"/>
                <a:cs typeface="+mn-lt"/>
              </a:rPr>
              <a:t>được</a:t>
            </a:r>
            <a:r>
              <a:rPr lang="en-US" sz="1800" dirty="0">
                <a:ea typeface="+mn-lt"/>
                <a:cs typeface="+mn-lt"/>
              </a:rPr>
              <a:t> token </a:t>
            </a:r>
            <a:r>
              <a:rPr lang="en-US" sz="1800" err="1">
                <a:ea typeface="+mn-lt"/>
                <a:cs typeface="+mn-lt"/>
              </a:rPr>
              <a:t>này</a:t>
            </a:r>
            <a:r>
              <a:rPr lang="en-US" sz="1800" dirty="0">
                <a:ea typeface="+mn-lt"/>
                <a:cs typeface="+mn-lt"/>
              </a:rPr>
              <a:t>.</a:t>
            </a:r>
            <a:endParaRPr lang="en-US" sz="1800" dirty="0"/>
          </a:p>
          <a:p>
            <a:r>
              <a:rPr lang="en-US" sz="1800" b="1" err="1">
                <a:ea typeface="+mn-lt"/>
                <a:cs typeface="+mn-lt"/>
              </a:rPr>
              <a:t>Sử</a:t>
            </a:r>
            <a:r>
              <a:rPr lang="en-US" sz="1800" b="1" dirty="0">
                <a:ea typeface="+mn-lt"/>
                <a:cs typeface="+mn-lt"/>
              </a:rPr>
              <a:t> </a:t>
            </a:r>
            <a:r>
              <a:rPr lang="en-US" sz="1800" b="1" err="1">
                <a:ea typeface="+mn-lt"/>
                <a:cs typeface="+mn-lt"/>
              </a:rPr>
              <a:t>dụng</a:t>
            </a:r>
            <a:r>
              <a:rPr lang="en-US" sz="1800" b="1" dirty="0">
                <a:ea typeface="+mn-lt"/>
                <a:cs typeface="+mn-lt"/>
              </a:rPr>
              <a:t> </a:t>
            </a:r>
            <a:r>
              <a:rPr lang="en-US" sz="1800" b="1" err="1">
                <a:ea typeface="+mn-lt"/>
                <a:cs typeface="+mn-lt"/>
              </a:rPr>
              <a:t>SameSite</a:t>
            </a:r>
            <a:r>
              <a:rPr lang="en-US" sz="1800" b="1" dirty="0">
                <a:ea typeface="+mn-lt"/>
                <a:cs typeface="+mn-lt"/>
              </a:rPr>
              <a:t> Cookie Attribute:</a:t>
            </a:r>
            <a:r>
              <a:rPr lang="en-US" sz="1800" dirty="0">
                <a:ea typeface="+mn-lt"/>
                <a:cs typeface="+mn-lt"/>
              </a:rPr>
              <a:t> </a:t>
            </a:r>
            <a:r>
              <a:rPr lang="en-US" sz="1800" err="1">
                <a:ea typeface="+mn-lt"/>
                <a:cs typeface="+mn-lt"/>
              </a:rPr>
              <a:t>Thiết</a:t>
            </a:r>
            <a:r>
              <a:rPr lang="en-US" sz="1800" dirty="0">
                <a:ea typeface="+mn-lt"/>
                <a:cs typeface="+mn-lt"/>
              </a:rPr>
              <a:t> </a:t>
            </a:r>
            <a:r>
              <a:rPr lang="en-US" sz="1800" err="1">
                <a:ea typeface="+mn-lt"/>
                <a:cs typeface="+mn-lt"/>
              </a:rPr>
              <a:t>lập</a:t>
            </a:r>
            <a:r>
              <a:rPr lang="en-US" sz="1800" dirty="0">
                <a:ea typeface="+mn-lt"/>
                <a:cs typeface="+mn-lt"/>
              </a:rPr>
              <a:t> </a:t>
            </a:r>
            <a:r>
              <a:rPr lang="en-US" sz="1800" err="1">
                <a:ea typeface="+mn-lt"/>
                <a:cs typeface="+mn-lt"/>
              </a:rPr>
              <a:t>thuộc</a:t>
            </a:r>
            <a:r>
              <a:rPr lang="en-US" sz="1800" dirty="0">
                <a:ea typeface="+mn-lt"/>
                <a:cs typeface="+mn-lt"/>
              </a:rPr>
              <a:t> </a:t>
            </a:r>
            <a:r>
              <a:rPr lang="en-US" sz="1800" err="1">
                <a:ea typeface="+mn-lt"/>
                <a:cs typeface="+mn-lt"/>
              </a:rPr>
              <a:t>tính</a:t>
            </a:r>
            <a:r>
              <a:rPr lang="en-US" sz="1800" dirty="0">
                <a:ea typeface="+mn-lt"/>
                <a:cs typeface="+mn-lt"/>
              </a:rPr>
              <a:t> </a:t>
            </a:r>
            <a:r>
              <a:rPr lang="en-US" sz="1800" err="1">
                <a:latin typeface="Consolas"/>
              </a:rPr>
              <a:t>SameSite</a:t>
            </a:r>
            <a:r>
              <a:rPr lang="en-US" sz="1800" dirty="0">
                <a:latin typeface="Consolas"/>
              </a:rPr>
              <a:t>=Strict</a:t>
            </a:r>
            <a:r>
              <a:rPr lang="en-US" sz="1800" dirty="0">
                <a:ea typeface="+mn-lt"/>
                <a:cs typeface="+mn-lt"/>
              </a:rPr>
              <a:t> </a:t>
            </a:r>
            <a:r>
              <a:rPr lang="en-US" sz="1800" err="1">
                <a:ea typeface="+mn-lt"/>
                <a:cs typeface="+mn-lt"/>
              </a:rPr>
              <a:t>hoặc</a:t>
            </a:r>
            <a:r>
              <a:rPr lang="en-US" sz="1800" dirty="0">
                <a:ea typeface="+mn-lt"/>
                <a:cs typeface="+mn-lt"/>
              </a:rPr>
              <a:t> </a:t>
            </a:r>
            <a:r>
              <a:rPr lang="en-US" sz="1800" err="1">
                <a:latin typeface="Consolas"/>
              </a:rPr>
              <a:t>SameSite</a:t>
            </a:r>
            <a:r>
              <a:rPr lang="en-US" sz="1800" dirty="0">
                <a:latin typeface="Consolas"/>
              </a:rPr>
              <a:t>=Lax</a:t>
            </a:r>
            <a:r>
              <a:rPr lang="en-US" sz="1800" dirty="0">
                <a:ea typeface="+mn-lt"/>
                <a:cs typeface="+mn-lt"/>
              </a:rPr>
              <a:t> </a:t>
            </a:r>
            <a:r>
              <a:rPr lang="en-US" sz="1800" err="1">
                <a:ea typeface="+mn-lt"/>
                <a:cs typeface="+mn-lt"/>
              </a:rPr>
              <a:t>cho</a:t>
            </a:r>
            <a:r>
              <a:rPr lang="en-US" sz="1800" dirty="0">
                <a:ea typeface="+mn-lt"/>
                <a:cs typeface="+mn-lt"/>
              </a:rPr>
              <a:t> cookie </a:t>
            </a:r>
            <a:r>
              <a:rPr lang="en-US" sz="1800" err="1">
                <a:ea typeface="+mn-lt"/>
                <a:cs typeface="+mn-lt"/>
              </a:rPr>
              <a:t>phiên</a:t>
            </a:r>
            <a:r>
              <a:rPr lang="en-US" sz="1800" dirty="0">
                <a:ea typeface="+mn-lt"/>
                <a:cs typeface="+mn-lt"/>
              </a:rPr>
              <a:t>. </a:t>
            </a:r>
            <a:r>
              <a:rPr lang="en-US" sz="1800" err="1">
                <a:ea typeface="+mn-lt"/>
                <a:cs typeface="+mn-lt"/>
              </a:rPr>
              <a:t>Trình</a:t>
            </a:r>
            <a:r>
              <a:rPr lang="en-US" sz="1800" dirty="0">
                <a:ea typeface="+mn-lt"/>
                <a:cs typeface="+mn-lt"/>
              </a:rPr>
              <a:t> </a:t>
            </a:r>
            <a:r>
              <a:rPr lang="en-US" sz="1800" err="1">
                <a:ea typeface="+mn-lt"/>
                <a:cs typeface="+mn-lt"/>
              </a:rPr>
              <a:t>duyệt</a:t>
            </a:r>
            <a:r>
              <a:rPr lang="en-US" sz="1800" dirty="0">
                <a:ea typeface="+mn-lt"/>
                <a:cs typeface="+mn-lt"/>
              </a:rPr>
              <a:t> </a:t>
            </a:r>
            <a:r>
              <a:rPr lang="en-US" sz="1800" err="1">
                <a:ea typeface="+mn-lt"/>
                <a:cs typeface="+mn-lt"/>
              </a:rPr>
              <a:t>sẽ</a:t>
            </a:r>
            <a:r>
              <a:rPr lang="en-US" sz="1800" dirty="0">
                <a:ea typeface="+mn-lt"/>
                <a:cs typeface="+mn-lt"/>
              </a:rPr>
              <a:t> </a:t>
            </a:r>
            <a:r>
              <a:rPr lang="en-US" sz="1800" err="1">
                <a:ea typeface="+mn-lt"/>
                <a:cs typeface="+mn-lt"/>
              </a:rPr>
              <a:t>không</a:t>
            </a:r>
            <a:r>
              <a:rPr lang="en-US" sz="1800" dirty="0">
                <a:ea typeface="+mn-lt"/>
                <a:cs typeface="+mn-lt"/>
              </a:rPr>
              <a:t> </a:t>
            </a:r>
            <a:r>
              <a:rPr lang="en-US" sz="1800" err="1">
                <a:ea typeface="+mn-lt"/>
                <a:cs typeface="+mn-lt"/>
              </a:rPr>
              <a:t>gửi</a:t>
            </a:r>
            <a:r>
              <a:rPr lang="en-US" sz="1800" dirty="0">
                <a:ea typeface="+mn-lt"/>
                <a:cs typeface="+mn-lt"/>
              </a:rPr>
              <a:t> cookie </a:t>
            </a:r>
            <a:r>
              <a:rPr lang="en-US" sz="1800" err="1">
                <a:ea typeface="+mn-lt"/>
                <a:cs typeface="+mn-lt"/>
              </a:rPr>
              <a:t>này</a:t>
            </a:r>
            <a:r>
              <a:rPr lang="en-US" sz="1800" dirty="0">
                <a:ea typeface="+mn-lt"/>
                <a:cs typeface="+mn-lt"/>
              </a:rPr>
              <a:t> </a:t>
            </a:r>
            <a:r>
              <a:rPr lang="en-US" sz="1800" err="1">
                <a:ea typeface="+mn-lt"/>
                <a:cs typeface="+mn-lt"/>
              </a:rPr>
              <a:t>kèm</a:t>
            </a:r>
            <a:r>
              <a:rPr lang="en-US" sz="1800" dirty="0">
                <a:ea typeface="+mn-lt"/>
                <a:cs typeface="+mn-lt"/>
              </a:rPr>
              <a:t> </a:t>
            </a:r>
            <a:r>
              <a:rPr lang="en-US" sz="1800" err="1">
                <a:ea typeface="+mn-lt"/>
                <a:cs typeface="+mn-lt"/>
              </a:rPr>
              <a:t>theo</a:t>
            </a:r>
            <a:r>
              <a:rPr lang="en-US" sz="1800" dirty="0">
                <a:ea typeface="+mn-lt"/>
                <a:cs typeface="+mn-lt"/>
              </a:rPr>
              <a:t> </a:t>
            </a:r>
            <a:r>
              <a:rPr lang="en-US" sz="1800" err="1">
                <a:ea typeface="+mn-lt"/>
                <a:cs typeface="+mn-lt"/>
              </a:rPr>
              <a:t>các</a:t>
            </a:r>
            <a:r>
              <a:rPr lang="en-US" sz="1800" dirty="0">
                <a:ea typeface="+mn-lt"/>
                <a:cs typeface="+mn-lt"/>
              </a:rPr>
              <a:t> </a:t>
            </a:r>
            <a:r>
              <a:rPr lang="en-US" sz="1800" err="1">
                <a:ea typeface="+mn-lt"/>
                <a:cs typeface="+mn-lt"/>
              </a:rPr>
              <a:t>yêu</a:t>
            </a:r>
            <a:r>
              <a:rPr lang="en-US" sz="1800" dirty="0">
                <a:ea typeface="+mn-lt"/>
                <a:cs typeface="+mn-lt"/>
              </a:rPr>
              <a:t> </a:t>
            </a:r>
            <a:r>
              <a:rPr lang="en-US" sz="1800" err="1">
                <a:ea typeface="+mn-lt"/>
                <a:cs typeface="+mn-lt"/>
              </a:rPr>
              <a:t>cầu</a:t>
            </a:r>
            <a:r>
              <a:rPr lang="en-US" sz="1800" dirty="0">
                <a:ea typeface="+mn-lt"/>
                <a:cs typeface="+mn-lt"/>
              </a:rPr>
              <a:t> </a:t>
            </a:r>
            <a:r>
              <a:rPr lang="en-US" sz="1800" err="1">
                <a:ea typeface="+mn-lt"/>
                <a:cs typeface="+mn-lt"/>
              </a:rPr>
              <a:t>đến</a:t>
            </a:r>
            <a:r>
              <a:rPr lang="en-US" sz="1800" dirty="0">
                <a:ea typeface="+mn-lt"/>
                <a:cs typeface="+mn-lt"/>
              </a:rPr>
              <a:t> </a:t>
            </a:r>
            <a:r>
              <a:rPr lang="en-US" sz="1800" err="1">
                <a:ea typeface="+mn-lt"/>
                <a:cs typeface="+mn-lt"/>
              </a:rPr>
              <a:t>từ</a:t>
            </a:r>
            <a:r>
              <a:rPr lang="en-US" sz="1800" dirty="0">
                <a:ea typeface="+mn-lt"/>
                <a:cs typeface="+mn-lt"/>
              </a:rPr>
              <a:t> </a:t>
            </a:r>
            <a:r>
              <a:rPr lang="en-US" sz="1800" err="1">
                <a:ea typeface="+mn-lt"/>
                <a:cs typeface="+mn-lt"/>
              </a:rPr>
              <a:t>các</a:t>
            </a:r>
            <a:r>
              <a:rPr lang="en-US" sz="1800" dirty="0">
                <a:ea typeface="+mn-lt"/>
                <a:cs typeface="+mn-lt"/>
              </a:rPr>
              <a:t> </a:t>
            </a:r>
            <a:r>
              <a:rPr lang="en-US" sz="1800" err="1">
                <a:ea typeface="+mn-lt"/>
                <a:cs typeface="+mn-lt"/>
              </a:rPr>
              <a:t>trang</a:t>
            </a:r>
            <a:r>
              <a:rPr lang="en-US" sz="1800" dirty="0">
                <a:ea typeface="+mn-lt"/>
                <a:cs typeface="+mn-lt"/>
              </a:rPr>
              <a:t> web </a:t>
            </a:r>
            <a:r>
              <a:rPr lang="en-US" sz="1800" err="1">
                <a:ea typeface="+mn-lt"/>
                <a:cs typeface="+mn-lt"/>
              </a:rPr>
              <a:t>bên</a:t>
            </a:r>
            <a:r>
              <a:rPr lang="en-US" sz="1800" dirty="0">
                <a:ea typeface="+mn-lt"/>
                <a:cs typeface="+mn-lt"/>
              </a:rPr>
              <a:t> </a:t>
            </a:r>
            <a:r>
              <a:rPr lang="en-US" sz="1800" err="1">
                <a:ea typeface="+mn-lt"/>
                <a:cs typeface="+mn-lt"/>
              </a:rPr>
              <a:t>ngoài</a:t>
            </a:r>
            <a:r>
              <a:rPr lang="en-US" sz="1800" dirty="0">
                <a:ea typeface="+mn-lt"/>
                <a:cs typeface="+mn-lt"/>
              </a:rPr>
              <a:t> (cross-site requests).</a:t>
            </a:r>
            <a:endParaRPr lang="en-US" sz="1800" dirty="0"/>
          </a:p>
          <a:p>
            <a:endParaRPr lang="en-US" sz="1700"/>
          </a:p>
        </p:txBody>
      </p:sp>
      <p:pic>
        <p:nvPicPr>
          <p:cNvPr id="4" name="Picture 3" descr="Cross site request forgery là gì? Cách phòng chống CSRF hiệu quả">
            <a:extLst>
              <a:ext uri="{FF2B5EF4-FFF2-40B4-BE49-F238E27FC236}">
                <a16:creationId xmlns:a16="http://schemas.microsoft.com/office/drawing/2014/main" id="{ECBB44CD-18F4-A1DF-37E8-69823B1900CD}"/>
              </a:ext>
            </a:extLst>
          </p:cNvPr>
          <p:cNvPicPr>
            <a:picLocks noChangeAspect="1"/>
          </p:cNvPicPr>
          <p:nvPr/>
        </p:nvPicPr>
        <p:blipFill>
          <a:blip r:embed="rId2"/>
          <a:stretch>
            <a:fillRect/>
          </a:stretch>
        </p:blipFill>
        <p:spPr>
          <a:xfrm>
            <a:off x="5911532" y="3053808"/>
            <a:ext cx="5150277" cy="2575138"/>
          </a:xfrm>
          <a:prstGeom prst="rect">
            <a:avLst/>
          </a:prstGeom>
        </p:spPr>
      </p:pic>
      <p:sp>
        <p:nvSpPr>
          <p:cNvPr id="33" name="Rectangle 3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5187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uple of people sitting with laptops&#10;&#10;AI-generated content may be incorrect.">
            <a:extLst>
              <a:ext uri="{FF2B5EF4-FFF2-40B4-BE49-F238E27FC236}">
                <a16:creationId xmlns:a16="http://schemas.microsoft.com/office/drawing/2014/main" id="{A5E7107E-2625-0DD4-0268-2D096D482278}"/>
              </a:ext>
            </a:extLst>
          </p:cNvPr>
          <p:cNvPicPr>
            <a:picLocks noChangeAspect="1"/>
          </p:cNvPicPr>
          <p:nvPr/>
        </p:nvPicPr>
        <p:blipFill>
          <a:blip r:embed="rId2"/>
          <a:srcRect r="5882" b="-1"/>
          <a:stretch>
            <a:fillRect/>
          </a:stretch>
        </p:blipFill>
        <p:spPr>
          <a:xfrm>
            <a:off x="1"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7C05684-092F-AB87-4EC6-A95127FB4EFD}"/>
              </a:ext>
            </a:extLst>
          </p:cNvPr>
          <p:cNvSpPr>
            <a:spLocks noGrp="1"/>
          </p:cNvSpPr>
          <p:nvPr>
            <p:ph type="title"/>
          </p:nvPr>
        </p:nvSpPr>
        <p:spPr>
          <a:xfrm>
            <a:off x="7531610" y="365125"/>
            <a:ext cx="3822189" cy="1899912"/>
          </a:xfrm>
        </p:spPr>
        <p:txBody>
          <a:bodyPr>
            <a:normAutofit/>
          </a:bodyPr>
          <a:lstStyle/>
          <a:p>
            <a:r>
              <a:rPr lang="en-US" sz="4000" b="1">
                <a:ea typeface="+mj-lt"/>
                <a:cs typeface="+mj-lt"/>
              </a:rPr>
              <a:t>Kết luận</a:t>
            </a:r>
            <a:endParaRPr lang="en-US" sz="4000"/>
          </a:p>
          <a:p>
            <a:br>
              <a:rPr lang="en-US" sz="4000"/>
            </a:br>
            <a:endParaRPr lang="en-US" sz="4000"/>
          </a:p>
        </p:txBody>
      </p:sp>
      <p:sp>
        <p:nvSpPr>
          <p:cNvPr id="3" name="Content Placeholder 2">
            <a:extLst>
              <a:ext uri="{FF2B5EF4-FFF2-40B4-BE49-F238E27FC236}">
                <a16:creationId xmlns:a16="http://schemas.microsoft.com/office/drawing/2014/main" id="{67075837-2708-D5E1-5ED2-199C66E13B8D}"/>
              </a:ext>
            </a:extLst>
          </p:cNvPr>
          <p:cNvSpPr>
            <a:spLocks noGrp="1"/>
          </p:cNvSpPr>
          <p:nvPr>
            <p:ph idx="1"/>
          </p:nvPr>
        </p:nvSpPr>
        <p:spPr>
          <a:xfrm>
            <a:off x="7531610" y="1171160"/>
            <a:ext cx="3822189" cy="3742762"/>
          </a:xfrm>
        </p:spPr>
        <p:txBody>
          <a:bodyPr vert="horz" lIns="91440" tIns="45720" rIns="91440" bIns="45720" rtlCol="0" anchor="t">
            <a:noAutofit/>
          </a:bodyPr>
          <a:lstStyle/>
          <a:p>
            <a:r>
              <a:rPr lang="en-US" sz="1800" dirty="0">
                <a:ea typeface="+mn-lt"/>
                <a:cs typeface="+mn-lt"/>
              </a:rPr>
              <a:t>Bảo </a:t>
            </a:r>
            <a:r>
              <a:rPr lang="en-US" sz="1800" err="1">
                <a:ea typeface="+mn-lt"/>
                <a:cs typeface="+mn-lt"/>
              </a:rPr>
              <a:t>mật</a:t>
            </a:r>
            <a:r>
              <a:rPr lang="en-US" sz="1800" dirty="0">
                <a:ea typeface="+mn-lt"/>
                <a:cs typeface="+mn-lt"/>
              </a:rPr>
              <a:t> web </a:t>
            </a:r>
            <a:r>
              <a:rPr lang="en-US" sz="1800" err="1">
                <a:ea typeface="+mn-lt"/>
                <a:cs typeface="+mn-lt"/>
              </a:rPr>
              <a:t>là</a:t>
            </a:r>
            <a:r>
              <a:rPr lang="en-US" sz="1800" dirty="0">
                <a:ea typeface="+mn-lt"/>
                <a:cs typeface="+mn-lt"/>
              </a:rPr>
              <a:t> </a:t>
            </a:r>
            <a:r>
              <a:rPr lang="en-US" sz="1800" err="1">
                <a:ea typeface="+mn-lt"/>
                <a:cs typeface="+mn-lt"/>
              </a:rPr>
              <a:t>một</a:t>
            </a:r>
            <a:r>
              <a:rPr lang="en-US" sz="1800" dirty="0">
                <a:ea typeface="+mn-lt"/>
                <a:cs typeface="+mn-lt"/>
              </a:rPr>
              <a:t> </a:t>
            </a:r>
            <a:r>
              <a:rPr lang="en-US" sz="1800" err="1">
                <a:ea typeface="+mn-lt"/>
                <a:cs typeface="+mn-lt"/>
              </a:rPr>
              <a:t>cuộc</a:t>
            </a:r>
            <a:r>
              <a:rPr lang="en-US" sz="1800" dirty="0">
                <a:ea typeface="+mn-lt"/>
                <a:cs typeface="+mn-lt"/>
              </a:rPr>
              <a:t> </a:t>
            </a:r>
            <a:r>
              <a:rPr lang="en-US" sz="1800" err="1">
                <a:ea typeface="+mn-lt"/>
                <a:cs typeface="+mn-lt"/>
              </a:rPr>
              <a:t>chiến</a:t>
            </a:r>
            <a:r>
              <a:rPr lang="en-US" sz="1800" dirty="0">
                <a:ea typeface="+mn-lt"/>
                <a:cs typeface="+mn-lt"/>
              </a:rPr>
              <a:t> </a:t>
            </a:r>
            <a:r>
              <a:rPr lang="en-US" sz="1800" err="1">
                <a:ea typeface="+mn-lt"/>
                <a:cs typeface="+mn-lt"/>
              </a:rPr>
              <a:t>không</a:t>
            </a:r>
            <a:r>
              <a:rPr lang="en-US" sz="1800" dirty="0">
                <a:ea typeface="+mn-lt"/>
                <a:cs typeface="+mn-lt"/>
              </a:rPr>
              <a:t> </a:t>
            </a:r>
            <a:r>
              <a:rPr lang="en-US" sz="1800" err="1">
                <a:ea typeface="+mn-lt"/>
                <a:cs typeface="+mn-lt"/>
              </a:rPr>
              <a:t>ngừng</a:t>
            </a:r>
            <a:r>
              <a:rPr lang="en-US" sz="1800" dirty="0">
                <a:ea typeface="+mn-lt"/>
                <a:cs typeface="+mn-lt"/>
              </a:rPr>
              <a:t> </a:t>
            </a:r>
            <a:r>
              <a:rPr lang="en-US" sz="1800" err="1">
                <a:ea typeface="+mn-lt"/>
                <a:cs typeface="+mn-lt"/>
              </a:rPr>
              <a:t>nghỉ</a:t>
            </a:r>
            <a:r>
              <a:rPr lang="en-US" sz="1800" dirty="0">
                <a:ea typeface="+mn-lt"/>
                <a:cs typeface="+mn-lt"/>
              </a:rPr>
              <a:t> </a:t>
            </a:r>
            <a:r>
              <a:rPr lang="en-US" sz="1800" err="1">
                <a:ea typeface="+mn-lt"/>
                <a:cs typeface="+mn-lt"/>
              </a:rPr>
              <a:t>giữa</a:t>
            </a:r>
            <a:r>
              <a:rPr lang="en-US" sz="1800" dirty="0">
                <a:ea typeface="+mn-lt"/>
                <a:cs typeface="+mn-lt"/>
              </a:rPr>
              <a:t> </a:t>
            </a:r>
            <a:r>
              <a:rPr lang="en-US" sz="1800" err="1">
                <a:ea typeface="+mn-lt"/>
                <a:cs typeface="+mn-lt"/>
              </a:rPr>
              <a:t>kẻ</a:t>
            </a:r>
            <a:r>
              <a:rPr lang="en-US" sz="1800" dirty="0">
                <a:ea typeface="+mn-lt"/>
                <a:cs typeface="+mn-lt"/>
              </a:rPr>
              <a:t> </a:t>
            </a:r>
            <a:r>
              <a:rPr lang="en-US" sz="1800" err="1">
                <a:ea typeface="+mn-lt"/>
                <a:cs typeface="+mn-lt"/>
              </a:rPr>
              <a:t>tấn</a:t>
            </a:r>
            <a:r>
              <a:rPr lang="en-US" sz="1800" dirty="0">
                <a:ea typeface="+mn-lt"/>
                <a:cs typeface="+mn-lt"/>
              </a:rPr>
              <a:t> </a:t>
            </a:r>
            <a:r>
              <a:rPr lang="en-US" sz="1800" err="1">
                <a:ea typeface="+mn-lt"/>
                <a:cs typeface="+mn-lt"/>
              </a:rPr>
              <a:t>công</a:t>
            </a:r>
            <a:r>
              <a:rPr lang="en-US" sz="1800" dirty="0">
                <a:ea typeface="+mn-lt"/>
                <a:cs typeface="+mn-lt"/>
              </a:rPr>
              <a:t> </a:t>
            </a:r>
            <a:r>
              <a:rPr lang="en-US" sz="1800" err="1">
                <a:ea typeface="+mn-lt"/>
                <a:cs typeface="+mn-lt"/>
              </a:rPr>
              <a:t>và</a:t>
            </a:r>
            <a:r>
              <a:rPr lang="en-US" sz="1800" dirty="0">
                <a:ea typeface="+mn-lt"/>
                <a:cs typeface="+mn-lt"/>
              </a:rPr>
              <a:t> </a:t>
            </a:r>
            <a:r>
              <a:rPr lang="en-US" sz="1800" err="1">
                <a:ea typeface="+mn-lt"/>
                <a:cs typeface="+mn-lt"/>
              </a:rPr>
              <a:t>người</a:t>
            </a:r>
            <a:r>
              <a:rPr lang="en-US" sz="1800" dirty="0">
                <a:ea typeface="+mn-lt"/>
                <a:cs typeface="+mn-lt"/>
              </a:rPr>
              <a:t> </a:t>
            </a:r>
            <a:r>
              <a:rPr lang="en-US" sz="1800" err="1">
                <a:ea typeface="+mn-lt"/>
                <a:cs typeface="+mn-lt"/>
              </a:rPr>
              <a:t>phòng</a:t>
            </a:r>
            <a:r>
              <a:rPr lang="en-US" sz="1800" dirty="0">
                <a:ea typeface="+mn-lt"/>
                <a:cs typeface="+mn-lt"/>
              </a:rPr>
              <a:t> </a:t>
            </a:r>
            <a:r>
              <a:rPr lang="en-US" sz="1800" err="1">
                <a:ea typeface="+mn-lt"/>
                <a:cs typeface="+mn-lt"/>
              </a:rPr>
              <a:t>thủ</a:t>
            </a:r>
            <a:r>
              <a:rPr lang="en-US" sz="1800" dirty="0">
                <a:ea typeface="+mn-lt"/>
                <a:cs typeface="+mn-lt"/>
              </a:rPr>
              <a:t>. </a:t>
            </a:r>
            <a:r>
              <a:rPr lang="en-US" sz="1800" err="1">
                <a:ea typeface="+mn-lt"/>
                <a:cs typeface="+mn-lt"/>
              </a:rPr>
              <a:t>Bằng</a:t>
            </a:r>
            <a:r>
              <a:rPr lang="en-US" sz="1800" dirty="0">
                <a:ea typeface="+mn-lt"/>
                <a:cs typeface="+mn-lt"/>
              </a:rPr>
              <a:t> </a:t>
            </a:r>
            <a:r>
              <a:rPr lang="en-US" sz="1800" err="1">
                <a:ea typeface="+mn-lt"/>
                <a:cs typeface="+mn-lt"/>
              </a:rPr>
              <a:t>việc</a:t>
            </a:r>
            <a:r>
              <a:rPr lang="en-US" sz="1800" dirty="0">
                <a:ea typeface="+mn-lt"/>
                <a:cs typeface="+mn-lt"/>
              </a:rPr>
              <a:t> </a:t>
            </a:r>
            <a:r>
              <a:rPr lang="en-US" sz="1800" err="1">
                <a:ea typeface="+mn-lt"/>
                <a:cs typeface="+mn-lt"/>
              </a:rPr>
              <a:t>áp</a:t>
            </a:r>
            <a:r>
              <a:rPr lang="en-US" sz="1800" dirty="0">
                <a:ea typeface="+mn-lt"/>
                <a:cs typeface="+mn-lt"/>
              </a:rPr>
              <a:t> </a:t>
            </a:r>
            <a:r>
              <a:rPr lang="en-US" sz="1800" err="1">
                <a:ea typeface="+mn-lt"/>
                <a:cs typeface="+mn-lt"/>
              </a:rPr>
              <a:t>dụng</a:t>
            </a:r>
            <a:r>
              <a:rPr lang="en-US" sz="1800" dirty="0">
                <a:ea typeface="+mn-lt"/>
                <a:cs typeface="+mn-lt"/>
              </a:rPr>
              <a:t> </a:t>
            </a:r>
            <a:r>
              <a:rPr lang="en-US" sz="1800" err="1">
                <a:ea typeface="+mn-lt"/>
                <a:cs typeface="+mn-lt"/>
              </a:rPr>
              <a:t>các</a:t>
            </a:r>
            <a:r>
              <a:rPr lang="en-US" sz="1800" dirty="0">
                <a:ea typeface="+mn-lt"/>
                <a:cs typeface="+mn-lt"/>
              </a:rPr>
              <a:t> </a:t>
            </a:r>
            <a:r>
              <a:rPr lang="en-US" sz="1800" err="1">
                <a:ea typeface="+mn-lt"/>
                <a:cs typeface="+mn-lt"/>
              </a:rPr>
              <a:t>nguyên</a:t>
            </a:r>
            <a:r>
              <a:rPr lang="en-US" sz="1800" dirty="0">
                <a:ea typeface="+mn-lt"/>
                <a:cs typeface="+mn-lt"/>
              </a:rPr>
              <a:t> </a:t>
            </a:r>
            <a:r>
              <a:rPr lang="en-US" sz="1800" err="1">
                <a:ea typeface="+mn-lt"/>
                <a:cs typeface="+mn-lt"/>
              </a:rPr>
              <a:t>tắc</a:t>
            </a:r>
            <a:r>
              <a:rPr lang="en-US" sz="1800" dirty="0">
                <a:ea typeface="+mn-lt"/>
                <a:cs typeface="+mn-lt"/>
              </a:rPr>
              <a:t> </a:t>
            </a:r>
            <a:r>
              <a:rPr lang="en-US" sz="1800" err="1">
                <a:ea typeface="+mn-lt"/>
                <a:cs typeface="+mn-lt"/>
              </a:rPr>
              <a:t>cơ</a:t>
            </a:r>
            <a:r>
              <a:rPr lang="en-US" sz="1800" dirty="0">
                <a:ea typeface="+mn-lt"/>
                <a:cs typeface="+mn-lt"/>
              </a:rPr>
              <a:t> </a:t>
            </a:r>
            <a:r>
              <a:rPr lang="en-US" sz="1800" err="1">
                <a:ea typeface="+mn-lt"/>
                <a:cs typeface="+mn-lt"/>
              </a:rPr>
              <a:t>bản</a:t>
            </a:r>
            <a:r>
              <a:rPr lang="en-US" sz="1800" dirty="0">
                <a:ea typeface="+mn-lt"/>
                <a:cs typeface="+mn-lt"/>
              </a:rPr>
              <a:t> </a:t>
            </a:r>
            <a:r>
              <a:rPr lang="en-US" sz="1800" err="1">
                <a:ea typeface="+mn-lt"/>
                <a:cs typeface="+mn-lt"/>
              </a:rPr>
              <a:t>như</a:t>
            </a:r>
            <a:r>
              <a:rPr lang="en-US" sz="1800" dirty="0">
                <a:ea typeface="+mn-lt"/>
                <a:cs typeface="+mn-lt"/>
              </a:rPr>
              <a:t> </a:t>
            </a:r>
            <a:r>
              <a:rPr lang="en-US" sz="1800" err="1">
                <a:ea typeface="+mn-lt"/>
                <a:cs typeface="+mn-lt"/>
              </a:rPr>
              <a:t>xác</a:t>
            </a:r>
            <a:r>
              <a:rPr lang="en-US" sz="1800" dirty="0">
                <a:ea typeface="+mn-lt"/>
                <a:cs typeface="+mn-lt"/>
              </a:rPr>
              <a:t> </a:t>
            </a:r>
            <a:r>
              <a:rPr lang="en-US" sz="1800" err="1">
                <a:ea typeface="+mn-lt"/>
                <a:cs typeface="+mn-lt"/>
              </a:rPr>
              <a:t>thực</a:t>
            </a:r>
            <a:r>
              <a:rPr lang="en-US" sz="1800" dirty="0">
                <a:ea typeface="+mn-lt"/>
                <a:cs typeface="+mn-lt"/>
              </a:rPr>
              <a:t> </a:t>
            </a:r>
            <a:r>
              <a:rPr lang="en-US" sz="1800" err="1">
                <a:ea typeface="+mn-lt"/>
                <a:cs typeface="+mn-lt"/>
              </a:rPr>
              <a:t>đầu</a:t>
            </a:r>
            <a:r>
              <a:rPr lang="en-US" sz="1800" dirty="0">
                <a:ea typeface="+mn-lt"/>
                <a:cs typeface="+mn-lt"/>
              </a:rPr>
              <a:t> </a:t>
            </a:r>
            <a:r>
              <a:rPr lang="en-US" sz="1800" err="1">
                <a:ea typeface="+mn-lt"/>
                <a:cs typeface="+mn-lt"/>
              </a:rPr>
              <a:t>vào</a:t>
            </a:r>
            <a:r>
              <a:rPr lang="en-US" sz="1800" dirty="0">
                <a:ea typeface="+mn-lt"/>
                <a:cs typeface="+mn-lt"/>
              </a:rPr>
              <a:t>, </a:t>
            </a:r>
            <a:r>
              <a:rPr lang="en-US" sz="1800" err="1">
                <a:ea typeface="+mn-lt"/>
                <a:cs typeface="+mn-lt"/>
              </a:rPr>
              <a:t>mã</a:t>
            </a:r>
            <a:r>
              <a:rPr lang="en-US" sz="1800" dirty="0">
                <a:ea typeface="+mn-lt"/>
                <a:cs typeface="+mn-lt"/>
              </a:rPr>
              <a:t> </a:t>
            </a:r>
            <a:r>
              <a:rPr lang="en-US" sz="1800" err="1">
                <a:ea typeface="+mn-lt"/>
                <a:cs typeface="+mn-lt"/>
              </a:rPr>
              <a:t>hóa</a:t>
            </a:r>
            <a:r>
              <a:rPr lang="en-US" sz="1800" dirty="0">
                <a:ea typeface="+mn-lt"/>
                <a:cs typeface="+mn-lt"/>
              </a:rPr>
              <a:t> </a:t>
            </a:r>
            <a:r>
              <a:rPr lang="en-US" sz="1800" err="1">
                <a:ea typeface="+mn-lt"/>
                <a:cs typeface="+mn-lt"/>
              </a:rPr>
              <a:t>đầu</a:t>
            </a:r>
            <a:r>
              <a:rPr lang="en-US" sz="1800" dirty="0">
                <a:ea typeface="+mn-lt"/>
                <a:cs typeface="+mn-lt"/>
              </a:rPr>
              <a:t> </a:t>
            </a:r>
            <a:r>
              <a:rPr lang="en-US" sz="1800" err="1">
                <a:ea typeface="+mn-lt"/>
                <a:cs typeface="+mn-lt"/>
              </a:rPr>
              <a:t>ra</a:t>
            </a:r>
            <a:r>
              <a:rPr lang="en-US" sz="1800" dirty="0">
                <a:ea typeface="+mn-lt"/>
                <a:cs typeface="+mn-lt"/>
              </a:rPr>
              <a:t>, </a:t>
            </a:r>
            <a:r>
              <a:rPr lang="en-US" sz="1800" err="1">
                <a:ea typeface="+mn-lt"/>
                <a:cs typeface="+mn-lt"/>
              </a:rPr>
              <a:t>và</a:t>
            </a:r>
            <a:r>
              <a:rPr lang="en-US" sz="1800" dirty="0">
                <a:ea typeface="+mn-lt"/>
                <a:cs typeface="+mn-lt"/>
              </a:rPr>
              <a:t> </a:t>
            </a:r>
            <a:r>
              <a:rPr lang="en-US" sz="1800" err="1">
                <a:ea typeface="+mn-lt"/>
                <a:cs typeface="+mn-lt"/>
              </a:rPr>
              <a:t>sử</a:t>
            </a:r>
            <a:r>
              <a:rPr lang="en-US" sz="1800" dirty="0">
                <a:ea typeface="+mn-lt"/>
                <a:cs typeface="+mn-lt"/>
              </a:rPr>
              <a:t> </a:t>
            </a:r>
            <a:r>
              <a:rPr lang="en-US" sz="1800" err="1">
                <a:ea typeface="+mn-lt"/>
                <a:cs typeface="+mn-lt"/>
              </a:rPr>
              <a:t>dụng</a:t>
            </a:r>
            <a:r>
              <a:rPr lang="en-US" sz="1800" dirty="0">
                <a:ea typeface="+mn-lt"/>
                <a:cs typeface="+mn-lt"/>
              </a:rPr>
              <a:t> </a:t>
            </a:r>
            <a:r>
              <a:rPr lang="en-US" sz="1800" err="1">
                <a:ea typeface="+mn-lt"/>
                <a:cs typeface="+mn-lt"/>
              </a:rPr>
              <a:t>các</a:t>
            </a:r>
            <a:r>
              <a:rPr lang="en-US" sz="1800" dirty="0">
                <a:ea typeface="+mn-lt"/>
                <a:cs typeface="+mn-lt"/>
              </a:rPr>
              <a:t> </a:t>
            </a:r>
            <a:r>
              <a:rPr lang="en-US" sz="1800" err="1">
                <a:ea typeface="+mn-lt"/>
                <a:cs typeface="+mn-lt"/>
              </a:rPr>
              <a:t>cơ</a:t>
            </a:r>
            <a:r>
              <a:rPr lang="en-US" sz="1800" dirty="0">
                <a:ea typeface="+mn-lt"/>
                <a:cs typeface="+mn-lt"/>
              </a:rPr>
              <a:t> </a:t>
            </a:r>
            <a:r>
              <a:rPr lang="en-US" sz="1800" err="1">
                <a:ea typeface="+mn-lt"/>
                <a:cs typeface="+mn-lt"/>
              </a:rPr>
              <a:t>chế</a:t>
            </a:r>
            <a:r>
              <a:rPr lang="en-US" sz="1800" dirty="0">
                <a:ea typeface="+mn-lt"/>
                <a:cs typeface="+mn-lt"/>
              </a:rPr>
              <a:t> </a:t>
            </a:r>
            <a:r>
              <a:rPr lang="en-US" sz="1800" err="1">
                <a:ea typeface="+mn-lt"/>
                <a:cs typeface="+mn-lt"/>
              </a:rPr>
              <a:t>bảo</a:t>
            </a:r>
            <a:r>
              <a:rPr lang="en-US" sz="1800" dirty="0">
                <a:ea typeface="+mn-lt"/>
                <a:cs typeface="+mn-lt"/>
              </a:rPr>
              <a:t> </a:t>
            </a:r>
            <a:r>
              <a:rPr lang="en-US" sz="1800" err="1">
                <a:ea typeface="+mn-lt"/>
                <a:cs typeface="+mn-lt"/>
              </a:rPr>
              <a:t>vệ</a:t>
            </a:r>
            <a:r>
              <a:rPr lang="en-US" sz="1800" dirty="0">
                <a:ea typeface="+mn-lt"/>
                <a:cs typeface="+mn-lt"/>
              </a:rPr>
              <a:t> </a:t>
            </a:r>
            <a:r>
              <a:rPr lang="en-US" sz="1800" err="1">
                <a:ea typeface="+mn-lt"/>
                <a:cs typeface="+mn-lt"/>
              </a:rPr>
              <a:t>tiêu</a:t>
            </a:r>
            <a:r>
              <a:rPr lang="en-US" sz="1800" dirty="0">
                <a:ea typeface="+mn-lt"/>
                <a:cs typeface="+mn-lt"/>
              </a:rPr>
              <a:t> </a:t>
            </a:r>
            <a:r>
              <a:rPr lang="en-US" sz="1800" err="1">
                <a:ea typeface="+mn-lt"/>
                <a:cs typeface="+mn-lt"/>
              </a:rPr>
              <a:t>chuẩn</a:t>
            </a:r>
            <a:r>
              <a:rPr lang="en-US" sz="1800" dirty="0">
                <a:ea typeface="+mn-lt"/>
                <a:cs typeface="+mn-lt"/>
              </a:rPr>
              <a:t> (Prepared Statements, CSRF Tokens), </a:t>
            </a:r>
            <a:r>
              <a:rPr lang="en-US" sz="1800" err="1">
                <a:ea typeface="+mn-lt"/>
                <a:cs typeface="+mn-lt"/>
              </a:rPr>
              <a:t>chúng</a:t>
            </a:r>
            <a:r>
              <a:rPr lang="en-US" sz="1800" dirty="0">
                <a:ea typeface="+mn-lt"/>
                <a:cs typeface="+mn-lt"/>
              </a:rPr>
              <a:t> ta </a:t>
            </a:r>
            <a:r>
              <a:rPr lang="en-US" sz="1800" err="1">
                <a:ea typeface="+mn-lt"/>
                <a:cs typeface="+mn-lt"/>
              </a:rPr>
              <a:t>có</a:t>
            </a:r>
            <a:r>
              <a:rPr lang="en-US" sz="1800" dirty="0">
                <a:ea typeface="+mn-lt"/>
                <a:cs typeface="+mn-lt"/>
              </a:rPr>
              <a:t> </a:t>
            </a:r>
            <a:r>
              <a:rPr lang="en-US" sz="1800" err="1">
                <a:ea typeface="+mn-lt"/>
                <a:cs typeface="+mn-lt"/>
              </a:rPr>
              <a:t>thể</a:t>
            </a:r>
            <a:r>
              <a:rPr lang="en-US" sz="1800" dirty="0">
                <a:ea typeface="+mn-lt"/>
                <a:cs typeface="+mn-lt"/>
              </a:rPr>
              <a:t> </a:t>
            </a:r>
            <a:r>
              <a:rPr lang="en-US" sz="1800" err="1">
                <a:ea typeface="+mn-lt"/>
                <a:cs typeface="+mn-lt"/>
              </a:rPr>
              <a:t>xây</a:t>
            </a:r>
            <a:r>
              <a:rPr lang="en-US" sz="1800" dirty="0">
                <a:ea typeface="+mn-lt"/>
                <a:cs typeface="+mn-lt"/>
              </a:rPr>
              <a:t> </a:t>
            </a:r>
            <a:r>
              <a:rPr lang="en-US" sz="1800" err="1">
                <a:ea typeface="+mn-lt"/>
                <a:cs typeface="+mn-lt"/>
              </a:rPr>
              <a:t>dựng</a:t>
            </a:r>
            <a:r>
              <a:rPr lang="en-US" sz="1800" dirty="0">
                <a:ea typeface="+mn-lt"/>
                <a:cs typeface="+mn-lt"/>
              </a:rPr>
              <a:t> </a:t>
            </a:r>
            <a:r>
              <a:rPr lang="en-US" sz="1800" err="1">
                <a:ea typeface="+mn-lt"/>
                <a:cs typeface="+mn-lt"/>
              </a:rPr>
              <a:t>các</a:t>
            </a:r>
            <a:r>
              <a:rPr lang="en-US" sz="1800" dirty="0">
                <a:ea typeface="+mn-lt"/>
                <a:cs typeface="+mn-lt"/>
              </a:rPr>
              <a:t> </a:t>
            </a:r>
            <a:r>
              <a:rPr lang="en-US" sz="1800" err="1">
                <a:ea typeface="+mn-lt"/>
                <a:cs typeface="+mn-lt"/>
              </a:rPr>
              <a:t>ứng</a:t>
            </a:r>
            <a:r>
              <a:rPr lang="en-US" sz="1800" dirty="0">
                <a:ea typeface="+mn-lt"/>
                <a:cs typeface="+mn-lt"/>
              </a:rPr>
              <a:t> </a:t>
            </a:r>
            <a:r>
              <a:rPr lang="en-US" sz="1800" err="1">
                <a:ea typeface="+mn-lt"/>
                <a:cs typeface="+mn-lt"/>
              </a:rPr>
              <a:t>dụng</a:t>
            </a:r>
            <a:r>
              <a:rPr lang="en-US" sz="1800" dirty="0">
                <a:ea typeface="+mn-lt"/>
                <a:cs typeface="+mn-lt"/>
              </a:rPr>
              <a:t> an </a:t>
            </a:r>
            <a:r>
              <a:rPr lang="en-US" sz="1800" err="1">
                <a:ea typeface="+mn-lt"/>
                <a:cs typeface="+mn-lt"/>
              </a:rPr>
              <a:t>toàn</a:t>
            </a:r>
            <a:r>
              <a:rPr lang="en-US" sz="1800" dirty="0">
                <a:ea typeface="+mn-lt"/>
                <a:cs typeface="+mn-lt"/>
              </a:rPr>
              <a:t> </a:t>
            </a:r>
            <a:r>
              <a:rPr lang="en-US" sz="1800" err="1">
                <a:ea typeface="+mn-lt"/>
                <a:cs typeface="+mn-lt"/>
              </a:rPr>
              <a:t>hơn</a:t>
            </a:r>
            <a:r>
              <a:rPr lang="en-US" sz="1800" dirty="0">
                <a:ea typeface="+mn-lt"/>
                <a:cs typeface="+mn-lt"/>
              </a:rPr>
              <a:t> </a:t>
            </a:r>
            <a:r>
              <a:rPr lang="en-US" sz="1800" err="1">
                <a:ea typeface="+mn-lt"/>
                <a:cs typeface="+mn-lt"/>
              </a:rPr>
              <a:t>đáng</a:t>
            </a:r>
            <a:r>
              <a:rPr lang="en-US" sz="1800" dirty="0">
                <a:ea typeface="+mn-lt"/>
                <a:cs typeface="+mn-lt"/>
              </a:rPr>
              <a:t> </a:t>
            </a:r>
            <a:r>
              <a:rPr lang="en-US" sz="1800" err="1">
                <a:ea typeface="+mn-lt"/>
                <a:cs typeface="+mn-lt"/>
              </a:rPr>
              <a:t>kể</a:t>
            </a:r>
            <a:r>
              <a:rPr lang="en-US" sz="1800" dirty="0">
                <a:ea typeface="+mn-lt"/>
                <a:cs typeface="+mn-lt"/>
              </a:rPr>
              <a:t>.</a:t>
            </a:r>
            <a:endParaRPr lang="en-US" sz="1800" dirty="0"/>
          </a:p>
          <a:p>
            <a:r>
              <a:rPr lang="en-US" sz="1800" dirty="0" err="1">
                <a:ea typeface="+mn-lt"/>
                <a:cs typeface="+mn-lt"/>
              </a:rPr>
              <a:t>Với</a:t>
            </a:r>
            <a:r>
              <a:rPr lang="en-US" sz="1800" dirty="0">
                <a:ea typeface="+mn-lt"/>
                <a:cs typeface="+mn-lt"/>
              </a:rPr>
              <a:t> </a:t>
            </a:r>
            <a:r>
              <a:rPr lang="en-US" sz="1800" dirty="0" err="1">
                <a:ea typeface="+mn-lt"/>
                <a:cs typeface="+mn-lt"/>
              </a:rPr>
              <a:t>tư</a:t>
            </a:r>
            <a:r>
              <a:rPr lang="en-US" sz="1800" dirty="0">
                <a:ea typeface="+mn-lt"/>
                <a:cs typeface="+mn-lt"/>
              </a:rPr>
              <a:t> </a:t>
            </a:r>
            <a:r>
              <a:rPr lang="en-US" sz="1800" dirty="0" err="1">
                <a:ea typeface="+mn-lt"/>
                <a:cs typeface="+mn-lt"/>
              </a:rPr>
              <a:t>cách</a:t>
            </a:r>
            <a:r>
              <a:rPr lang="en-US" sz="1800" dirty="0">
                <a:ea typeface="+mn-lt"/>
                <a:cs typeface="+mn-lt"/>
              </a:rPr>
              <a:t> </a:t>
            </a:r>
            <a:r>
              <a:rPr lang="en-US" sz="1800" dirty="0" err="1">
                <a:ea typeface="+mn-lt"/>
                <a:cs typeface="+mn-lt"/>
              </a:rPr>
              <a:t>là</a:t>
            </a:r>
            <a:r>
              <a:rPr lang="en-US" sz="1800" dirty="0">
                <a:ea typeface="+mn-lt"/>
                <a:cs typeface="+mn-lt"/>
              </a:rPr>
              <a:t> </a:t>
            </a:r>
            <a:r>
              <a:rPr lang="en-US" sz="1800" dirty="0" err="1">
                <a:ea typeface="+mn-lt"/>
                <a:cs typeface="+mn-lt"/>
              </a:rPr>
              <a:t>sinh</a:t>
            </a:r>
            <a:r>
              <a:rPr lang="en-US" sz="1800" dirty="0">
                <a:ea typeface="+mn-lt"/>
                <a:cs typeface="+mn-lt"/>
              </a:rPr>
              <a:t> </a:t>
            </a:r>
            <a:r>
              <a:rPr lang="en-US" sz="1800" dirty="0" err="1">
                <a:ea typeface="+mn-lt"/>
                <a:cs typeface="+mn-lt"/>
              </a:rPr>
              <a:t>viên</a:t>
            </a:r>
            <a:r>
              <a:rPr lang="en-US" sz="1800" dirty="0">
                <a:ea typeface="+mn-lt"/>
                <a:cs typeface="+mn-lt"/>
              </a:rPr>
              <a:t>, </a:t>
            </a:r>
            <a:r>
              <a:rPr lang="en-US" sz="1800" dirty="0" err="1">
                <a:ea typeface="+mn-lt"/>
                <a:cs typeface="+mn-lt"/>
              </a:rPr>
              <a:t>việc</a:t>
            </a:r>
            <a:r>
              <a:rPr lang="en-US" sz="1800" dirty="0">
                <a:ea typeface="+mn-lt"/>
                <a:cs typeface="+mn-lt"/>
              </a:rPr>
              <a:t> </a:t>
            </a:r>
            <a:r>
              <a:rPr lang="en-US" sz="1800" dirty="0" err="1">
                <a:ea typeface="+mn-lt"/>
                <a:cs typeface="+mn-lt"/>
              </a:rPr>
              <a:t>thực</a:t>
            </a:r>
            <a:r>
              <a:rPr lang="en-US" sz="1800" dirty="0">
                <a:ea typeface="+mn-lt"/>
                <a:cs typeface="+mn-lt"/>
              </a:rPr>
              <a:t> </a:t>
            </a:r>
            <a:r>
              <a:rPr lang="en-US" sz="1800" dirty="0" err="1">
                <a:ea typeface="+mn-lt"/>
                <a:cs typeface="+mn-lt"/>
              </a:rPr>
              <a:t>hành</a:t>
            </a:r>
            <a:r>
              <a:rPr lang="en-US" sz="1800" dirty="0">
                <a:ea typeface="+mn-lt"/>
                <a:cs typeface="+mn-lt"/>
              </a:rPr>
              <a:t> </a:t>
            </a:r>
            <a:r>
              <a:rPr lang="en-US" sz="1800" dirty="0" err="1">
                <a:ea typeface="+mn-lt"/>
                <a:cs typeface="+mn-lt"/>
              </a:rPr>
              <a:t>các</a:t>
            </a:r>
            <a:r>
              <a:rPr lang="en-US" sz="1800" dirty="0">
                <a:ea typeface="+mn-lt"/>
                <a:cs typeface="+mn-lt"/>
              </a:rPr>
              <a:t> </a:t>
            </a:r>
            <a:r>
              <a:rPr lang="en-US" sz="1800" dirty="0" err="1">
                <a:ea typeface="+mn-lt"/>
                <a:cs typeface="+mn-lt"/>
              </a:rPr>
              <a:t>biện</a:t>
            </a:r>
            <a:r>
              <a:rPr lang="en-US" sz="1800" dirty="0">
                <a:ea typeface="+mn-lt"/>
                <a:cs typeface="+mn-lt"/>
              </a:rPr>
              <a:t> </a:t>
            </a:r>
            <a:r>
              <a:rPr lang="en-US" sz="1800" dirty="0" err="1">
                <a:ea typeface="+mn-lt"/>
                <a:cs typeface="+mn-lt"/>
              </a:rPr>
              <a:t>pháp</a:t>
            </a:r>
            <a:r>
              <a:rPr lang="en-US" sz="1800" dirty="0">
                <a:ea typeface="+mn-lt"/>
                <a:cs typeface="+mn-lt"/>
              </a:rPr>
              <a:t> </a:t>
            </a:r>
            <a:r>
              <a:rPr lang="en-US" sz="1800" dirty="0" err="1">
                <a:ea typeface="+mn-lt"/>
                <a:cs typeface="+mn-lt"/>
              </a:rPr>
              <a:t>này</a:t>
            </a:r>
            <a:r>
              <a:rPr lang="en-US" sz="1800" dirty="0">
                <a:ea typeface="+mn-lt"/>
                <a:cs typeface="+mn-lt"/>
              </a:rPr>
              <a:t> </a:t>
            </a:r>
            <a:r>
              <a:rPr lang="en-US" sz="1800" dirty="0" err="1">
                <a:ea typeface="+mn-lt"/>
                <a:cs typeface="+mn-lt"/>
              </a:rPr>
              <a:t>trong</a:t>
            </a:r>
            <a:r>
              <a:rPr lang="en-US" sz="1800" dirty="0">
                <a:ea typeface="+mn-lt"/>
                <a:cs typeface="+mn-lt"/>
              </a:rPr>
              <a:t> </a:t>
            </a:r>
            <a:r>
              <a:rPr lang="en-US" sz="1800" dirty="0" err="1">
                <a:ea typeface="+mn-lt"/>
                <a:cs typeface="+mn-lt"/>
              </a:rPr>
              <a:t>mọi</a:t>
            </a:r>
            <a:r>
              <a:rPr lang="en-US" sz="1800" dirty="0">
                <a:ea typeface="+mn-lt"/>
                <a:cs typeface="+mn-lt"/>
              </a:rPr>
              <a:t> </a:t>
            </a:r>
            <a:r>
              <a:rPr lang="en-US" sz="1800" dirty="0" err="1">
                <a:ea typeface="+mn-lt"/>
                <a:cs typeface="+mn-lt"/>
              </a:rPr>
              <a:t>dự</a:t>
            </a:r>
            <a:r>
              <a:rPr lang="en-US" sz="1800" dirty="0">
                <a:ea typeface="+mn-lt"/>
                <a:cs typeface="+mn-lt"/>
              </a:rPr>
              <a:t> </a:t>
            </a:r>
            <a:r>
              <a:rPr lang="en-US" sz="1800" dirty="0" err="1">
                <a:ea typeface="+mn-lt"/>
                <a:cs typeface="+mn-lt"/>
              </a:rPr>
              <a:t>án</a:t>
            </a:r>
            <a:r>
              <a:rPr lang="en-US" sz="1800" dirty="0">
                <a:ea typeface="+mn-lt"/>
                <a:cs typeface="+mn-lt"/>
              </a:rPr>
              <a:t> </a:t>
            </a:r>
            <a:r>
              <a:rPr lang="en-US" sz="1800" dirty="0" err="1">
                <a:ea typeface="+mn-lt"/>
                <a:cs typeface="+mn-lt"/>
              </a:rPr>
              <a:t>ngay</a:t>
            </a:r>
            <a:r>
              <a:rPr lang="en-US" sz="1800" dirty="0">
                <a:ea typeface="+mn-lt"/>
                <a:cs typeface="+mn-lt"/>
              </a:rPr>
              <a:t> </a:t>
            </a:r>
            <a:r>
              <a:rPr lang="en-US" sz="1800" dirty="0" err="1">
                <a:ea typeface="+mn-lt"/>
                <a:cs typeface="+mn-lt"/>
              </a:rPr>
              <a:t>từ</a:t>
            </a:r>
            <a:r>
              <a:rPr lang="en-US" sz="1800" dirty="0">
                <a:ea typeface="+mn-lt"/>
                <a:cs typeface="+mn-lt"/>
              </a:rPr>
              <a:t> </a:t>
            </a:r>
            <a:r>
              <a:rPr lang="en-US" sz="1800" dirty="0" err="1">
                <a:ea typeface="+mn-lt"/>
                <a:cs typeface="+mn-lt"/>
              </a:rPr>
              <a:t>bây</a:t>
            </a:r>
            <a:r>
              <a:rPr lang="en-US" sz="1800" dirty="0">
                <a:ea typeface="+mn-lt"/>
                <a:cs typeface="+mn-lt"/>
              </a:rPr>
              <a:t> </a:t>
            </a:r>
            <a:r>
              <a:rPr lang="en-US" sz="1800" dirty="0" err="1">
                <a:ea typeface="+mn-lt"/>
                <a:cs typeface="+mn-lt"/>
              </a:rPr>
              <a:t>giờ</a:t>
            </a:r>
            <a:r>
              <a:rPr lang="en-US" sz="1800" dirty="0">
                <a:ea typeface="+mn-lt"/>
                <a:cs typeface="+mn-lt"/>
              </a:rPr>
              <a:t> </a:t>
            </a:r>
            <a:r>
              <a:rPr lang="en-US" sz="1800" dirty="0" err="1">
                <a:ea typeface="+mn-lt"/>
                <a:cs typeface="+mn-lt"/>
              </a:rPr>
              <a:t>sẽ</a:t>
            </a:r>
            <a:r>
              <a:rPr lang="en-US" sz="1800" dirty="0">
                <a:ea typeface="+mn-lt"/>
                <a:cs typeface="+mn-lt"/>
              </a:rPr>
              <a:t> </a:t>
            </a:r>
            <a:r>
              <a:rPr lang="en-US" sz="1800" dirty="0" err="1">
                <a:ea typeface="+mn-lt"/>
                <a:cs typeface="+mn-lt"/>
              </a:rPr>
              <a:t>là</a:t>
            </a:r>
            <a:r>
              <a:rPr lang="en-US" sz="1800" dirty="0">
                <a:ea typeface="+mn-lt"/>
                <a:cs typeface="+mn-lt"/>
              </a:rPr>
              <a:t> </a:t>
            </a:r>
            <a:r>
              <a:rPr lang="en-US" sz="1800" dirty="0" err="1">
                <a:ea typeface="+mn-lt"/>
                <a:cs typeface="+mn-lt"/>
              </a:rPr>
              <a:t>nền</a:t>
            </a:r>
            <a:r>
              <a:rPr lang="en-US" sz="1800" dirty="0">
                <a:ea typeface="+mn-lt"/>
                <a:cs typeface="+mn-lt"/>
              </a:rPr>
              <a:t> </a:t>
            </a:r>
            <a:r>
              <a:rPr lang="en-US" sz="1800" dirty="0" err="1">
                <a:ea typeface="+mn-lt"/>
                <a:cs typeface="+mn-lt"/>
              </a:rPr>
              <a:t>tảng</a:t>
            </a:r>
            <a:r>
              <a:rPr lang="en-US" sz="1800" dirty="0">
                <a:ea typeface="+mn-lt"/>
                <a:cs typeface="+mn-lt"/>
              </a:rPr>
              <a:t> </a:t>
            </a:r>
            <a:r>
              <a:rPr lang="en-US" sz="1800" dirty="0" err="1">
                <a:ea typeface="+mn-lt"/>
                <a:cs typeface="+mn-lt"/>
              </a:rPr>
              <a:t>vững</a:t>
            </a:r>
            <a:r>
              <a:rPr lang="en-US" sz="1800" dirty="0">
                <a:ea typeface="+mn-lt"/>
                <a:cs typeface="+mn-lt"/>
              </a:rPr>
              <a:t> </a:t>
            </a:r>
            <a:r>
              <a:rPr lang="en-US" sz="1800" dirty="0" err="1">
                <a:ea typeface="+mn-lt"/>
                <a:cs typeface="+mn-lt"/>
              </a:rPr>
              <a:t>chắc</a:t>
            </a:r>
            <a:r>
              <a:rPr lang="en-US" sz="1800" dirty="0">
                <a:ea typeface="+mn-lt"/>
                <a:cs typeface="+mn-lt"/>
              </a:rPr>
              <a:t> </a:t>
            </a:r>
            <a:r>
              <a:rPr lang="en-US" sz="1800" dirty="0" err="1">
                <a:ea typeface="+mn-lt"/>
                <a:cs typeface="+mn-lt"/>
              </a:rPr>
              <a:t>cho</a:t>
            </a:r>
            <a:r>
              <a:rPr lang="en-US" sz="1800" dirty="0">
                <a:ea typeface="+mn-lt"/>
                <a:cs typeface="+mn-lt"/>
              </a:rPr>
              <a:t> </a:t>
            </a:r>
            <a:r>
              <a:rPr lang="en-US" sz="1800" dirty="0" err="1">
                <a:ea typeface="+mn-lt"/>
                <a:cs typeface="+mn-lt"/>
              </a:rPr>
              <a:t>sự</a:t>
            </a:r>
            <a:r>
              <a:rPr lang="en-US" sz="1800" dirty="0">
                <a:ea typeface="+mn-lt"/>
                <a:cs typeface="+mn-lt"/>
              </a:rPr>
              <a:t> </a:t>
            </a:r>
            <a:r>
              <a:rPr lang="en-US" sz="1800" dirty="0" err="1">
                <a:ea typeface="+mn-lt"/>
                <a:cs typeface="+mn-lt"/>
              </a:rPr>
              <a:t>nghiệp</a:t>
            </a:r>
            <a:r>
              <a:rPr lang="en-US" sz="1800" dirty="0">
                <a:ea typeface="+mn-lt"/>
                <a:cs typeface="+mn-lt"/>
              </a:rPr>
              <a:t> </a:t>
            </a:r>
            <a:r>
              <a:rPr lang="en-US" sz="1800" dirty="0" err="1">
                <a:ea typeface="+mn-lt"/>
                <a:cs typeface="+mn-lt"/>
              </a:rPr>
              <a:t>phát</a:t>
            </a:r>
            <a:r>
              <a:rPr lang="en-US" sz="1800" dirty="0">
                <a:ea typeface="+mn-lt"/>
                <a:cs typeface="+mn-lt"/>
              </a:rPr>
              <a:t> </a:t>
            </a:r>
            <a:r>
              <a:rPr lang="en-US" sz="1800" dirty="0" err="1">
                <a:ea typeface="+mn-lt"/>
                <a:cs typeface="+mn-lt"/>
              </a:rPr>
              <a:t>triển</a:t>
            </a:r>
            <a:r>
              <a:rPr lang="en-US" sz="1800" dirty="0">
                <a:ea typeface="+mn-lt"/>
                <a:cs typeface="+mn-lt"/>
              </a:rPr>
              <a:t> </a:t>
            </a:r>
            <a:r>
              <a:rPr lang="en-US" sz="1800" dirty="0" err="1">
                <a:ea typeface="+mn-lt"/>
                <a:cs typeface="+mn-lt"/>
              </a:rPr>
              <a:t>phần</a:t>
            </a:r>
            <a:r>
              <a:rPr lang="en-US" sz="1800" dirty="0">
                <a:ea typeface="+mn-lt"/>
                <a:cs typeface="+mn-lt"/>
              </a:rPr>
              <a:t> </a:t>
            </a:r>
            <a:r>
              <a:rPr lang="en-US" sz="1800" dirty="0" err="1">
                <a:ea typeface="+mn-lt"/>
                <a:cs typeface="+mn-lt"/>
              </a:rPr>
              <a:t>mềm</a:t>
            </a:r>
            <a:r>
              <a:rPr lang="en-US" sz="1800" dirty="0">
                <a:ea typeface="+mn-lt"/>
                <a:cs typeface="+mn-lt"/>
              </a:rPr>
              <a:t> an </a:t>
            </a:r>
            <a:r>
              <a:rPr lang="en-US" sz="1800" dirty="0" err="1">
                <a:ea typeface="+mn-lt"/>
                <a:cs typeface="+mn-lt"/>
              </a:rPr>
              <a:t>toàn</a:t>
            </a:r>
            <a:r>
              <a:rPr lang="en-US" sz="1800" dirty="0">
                <a:ea typeface="+mn-lt"/>
                <a:cs typeface="+mn-lt"/>
              </a:rPr>
              <a:t> </a:t>
            </a:r>
            <a:r>
              <a:rPr lang="en-US" sz="1800" dirty="0" err="1">
                <a:ea typeface="+mn-lt"/>
                <a:cs typeface="+mn-lt"/>
              </a:rPr>
              <a:t>trong</a:t>
            </a:r>
            <a:r>
              <a:rPr lang="en-US" sz="1800" dirty="0">
                <a:ea typeface="+mn-lt"/>
                <a:cs typeface="+mn-lt"/>
              </a:rPr>
              <a:t> </a:t>
            </a:r>
            <a:r>
              <a:rPr lang="en-US" sz="1800" dirty="0" err="1">
                <a:ea typeface="+mn-lt"/>
                <a:cs typeface="+mn-lt"/>
              </a:rPr>
              <a:t>tương</a:t>
            </a:r>
            <a:r>
              <a:rPr lang="en-US" sz="1800" dirty="0">
                <a:ea typeface="+mn-lt"/>
                <a:cs typeface="+mn-lt"/>
              </a:rPr>
              <a:t> lai.</a:t>
            </a:r>
            <a:endParaRPr lang="en-US" sz="1800" dirty="0"/>
          </a:p>
          <a:p>
            <a:pPr marL="0" indent="0">
              <a:buNone/>
            </a:pPr>
            <a:endParaRPr lang="en-US" sz="1800" dirty="0"/>
          </a:p>
          <a:p>
            <a:endParaRPr lang="en-US" sz="1400"/>
          </a:p>
        </p:txBody>
      </p:sp>
      <p:sp>
        <p:nvSpPr>
          <p:cNvPr id="6" name="TextBox 5">
            <a:extLst>
              <a:ext uri="{FF2B5EF4-FFF2-40B4-BE49-F238E27FC236}">
                <a16:creationId xmlns:a16="http://schemas.microsoft.com/office/drawing/2014/main" id="{ECB19B07-345F-A572-B687-9B845A983686}"/>
              </a:ext>
            </a:extLst>
          </p:cNvPr>
          <p:cNvSpPr txBox="1"/>
          <p:nvPr/>
        </p:nvSpPr>
        <p:spPr>
          <a:xfrm>
            <a:off x="3736216" y="6195187"/>
            <a:ext cx="4435130" cy="37977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Cảm</a:t>
            </a:r>
            <a:r>
              <a:rPr lang="en-US" dirty="0"/>
              <a:t> </a:t>
            </a:r>
            <a:r>
              <a:rPr lang="en-US" dirty="0" err="1"/>
              <a:t>ơn</a:t>
            </a:r>
            <a:r>
              <a:rPr lang="en-US" dirty="0"/>
              <a:t> </a:t>
            </a:r>
            <a:r>
              <a:rPr lang="en-US" dirty="0" err="1"/>
              <a:t>thầy</a:t>
            </a:r>
            <a:r>
              <a:rPr lang="en-US" dirty="0"/>
              <a:t> </a:t>
            </a:r>
            <a:r>
              <a:rPr lang="en-US" dirty="0" err="1"/>
              <a:t>cô</a:t>
            </a:r>
            <a:r>
              <a:rPr lang="en-US" dirty="0"/>
              <a:t> </a:t>
            </a:r>
            <a:r>
              <a:rPr lang="en-US" dirty="0" err="1"/>
              <a:t>và</a:t>
            </a:r>
            <a:r>
              <a:rPr lang="en-US" dirty="0"/>
              <a:t> </a:t>
            </a:r>
            <a:r>
              <a:rPr lang="en-US" dirty="0" err="1"/>
              <a:t>các</a:t>
            </a:r>
            <a:r>
              <a:rPr lang="en-US" dirty="0"/>
              <a:t> </a:t>
            </a:r>
            <a:r>
              <a:rPr lang="en-US" dirty="0" err="1"/>
              <a:t>bạn</a:t>
            </a:r>
            <a:r>
              <a:rPr lang="en-US" dirty="0"/>
              <a:t> </a:t>
            </a:r>
            <a:r>
              <a:rPr lang="en-US" dirty="0" err="1"/>
              <a:t>đã</a:t>
            </a:r>
            <a:r>
              <a:rPr lang="en-US" dirty="0"/>
              <a:t> </a:t>
            </a:r>
            <a:r>
              <a:rPr lang="en-US" dirty="0" err="1"/>
              <a:t>lắng</a:t>
            </a:r>
            <a:r>
              <a:rPr lang="en-US" dirty="0"/>
              <a:t> </a:t>
            </a:r>
            <a:r>
              <a:rPr lang="en-US" dirty="0" err="1"/>
              <a:t>nghe</a:t>
            </a:r>
            <a:r>
              <a:rPr lang="en-US" dirty="0"/>
              <a:t>. </a:t>
            </a:r>
          </a:p>
        </p:txBody>
      </p:sp>
    </p:spTree>
    <p:extLst>
      <p:ext uri="{BB962C8B-B14F-4D97-AF65-F5344CB8AC3E}">
        <p14:creationId xmlns:p14="http://schemas.microsoft.com/office/powerpoint/2010/main" val="3603647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Chủ đề: Tìm hiểu các phương thức tấn công và bảo mật trang web.</vt:lpstr>
      <vt:lpstr>Báo cáo Kỹ thuật: Tìm hiểu các Phương thức Tấn công và Bảo mật Trang web Căn bản</vt:lpstr>
      <vt:lpstr>Báo Cáo Kỹ Thuật: Tổng Quan Về Các Phương Thức Tấn Công và Chiến Lược Bảo Mật Trang Web Người thực hiện:  Nhóm hight vuýp Lớp: CNTT3 Giáo viên hướng dẫn: Ngọ Văn Quý </vt:lpstr>
      <vt:lpstr>2. Phân Tích Các Phương Thức Tấn Công Phổ Biến</vt:lpstr>
      <vt:lpstr>2.1. Tấn công Injection (Chèn mã độc)  </vt:lpstr>
      <vt:lpstr>2.1.1. SQL Injection (SQLi)</vt:lpstr>
      <vt:lpstr>2.1.2. Cross-Site Scripting (XSS)</vt:lpstr>
      <vt:lpstr>2.2. Tấn công Từ chối Dịch vụ Phân tán (DDoS)</vt:lpstr>
      <vt:lpstr>2.3. Lỗ hổng Kiểm soát Truy cập Bị hỏng (Broken Access Control)</vt:lpstr>
      <vt:lpstr>3: Biện pháp Bảo mật và Phòng chống</vt:lpstr>
      <vt:lpstr>3.1. Phòng chống Tấn công Injection</vt:lpstr>
      <vt:lpstr>3.2. Phòng chống XSS</vt:lpstr>
      <vt:lpstr>3.3. Phòng chống CSRF</vt:lpstr>
      <vt:lpstr>Kết luận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191</cp:revision>
  <dcterms:created xsi:type="dcterms:W3CDTF">2025-12-08T01:34:44Z</dcterms:created>
  <dcterms:modified xsi:type="dcterms:W3CDTF">2025-12-08T11:01:33Z</dcterms:modified>
</cp:coreProperties>
</file>